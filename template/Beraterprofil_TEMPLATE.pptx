
<file path=[Content_Types].xml><?xml version="1.0" encoding="utf-8"?>
<Types xmlns="http://schemas.openxmlformats.org/package/2006/content-types">
  <Default Extension="jpeg" ContentType="image/jpeg"/>
  <Default Extension="rels" ContentType="application/vnd.openxmlformats-package.relationships+xml"/>
  <Default Extension="svg" ContentType="image/svg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5" Type="http://schemas.openxmlformats.org/officeDocument/2006/relationships/custom-properties" Target="docProps/custom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57" r:id="rId2"/>
  </p:sldIdLst>
  <p:sldSz cx="12192000" cy="6858000"/>
  <p:notesSz cx="6858000" cy="9144000"/>
  <p:defaultTextStyle>
    <a:defPPr>
      <a:defRPr lang="en-DE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987" autoAdjust="0"/>
    <p:restoredTop sz="94660"/>
  </p:normalViewPr>
  <p:slideViewPr>
    <p:cSldViewPr snapToGrid="0">
      <p:cViewPr varScale="1">
        <p:scale>
          <a:sx n="90" d="100"/>
          <a:sy n="90" d="100"/>
        </p:scale>
        <p:origin x="355" y="67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3" Type="http://schemas.openxmlformats.org/officeDocument/2006/relationships/presProps" Target="presProp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tableStyles" Target="tableStyles.xml"/><Relationship Id="rId5" Type="http://schemas.openxmlformats.org/officeDocument/2006/relationships/theme" Target="theme/theme1.xml"/><Relationship Id="rId4" Type="http://schemas.openxmlformats.org/officeDocument/2006/relationships/viewProps" Target="viewProp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D0DCD40-8A1F-C5E1-14DF-9776D784802D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  <a:endParaRPr lang="en-DE"/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3527B025-00AD-C47D-9F4A-AA74E30E381B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  <a:endParaRPr lang="en-DE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31AFB62F-D07A-A646-FB2E-821A54BDB6C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160B70E-D6BC-4771-BE5B-2EFBFA852128}" type="datetimeFigureOut">
              <a:rPr lang="en-DE" smtClean="0"/>
              <a:t>06/07/2026</a:t>
            </a:fld>
            <a:endParaRPr lang="en-DE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36DFD632-1D7F-AAD1-F6DF-F038ABA34DF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DE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6B19A563-A3FF-0541-D9C3-D1525A74BE1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93BB666-A3BA-4ED6-BF65-46E41EE34B22}" type="slidenum">
              <a:rPr lang="en-DE" smtClean="0"/>
              <a:t>‹#›</a:t>
            </a:fld>
            <a:endParaRPr lang="en-DE"/>
          </a:p>
        </p:txBody>
      </p:sp>
    </p:spTree>
    <p:extLst>
      <p:ext uri="{BB962C8B-B14F-4D97-AF65-F5344CB8AC3E}">
        <p14:creationId xmlns:p14="http://schemas.microsoft.com/office/powerpoint/2010/main" val="780794004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58BC602-026E-DBC3-092C-68FFD82EF3E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DE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2066A3CE-8B8D-DEB1-6C57-83B260B96921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DE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1BB9788F-1169-C4DC-00F4-3DEE87995D0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160B70E-D6BC-4771-BE5B-2EFBFA852128}" type="datetimeFigureOut">
              <a:rPr lang="en-DE" smtClean="0"/>
              <a:t>06/07/2026</a:t>
            </a:fld>
            <a:endParaRPr lang="en-DE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63825EB9-D1F4-F2F1-AD42-CEB378A0E02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DE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F739334A-2D48-7A50-76F8-18D7B7F6F3F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93BB666-A3BA-4ED6-BF65-46E41EE34B22}" type="slidenum">
              <a:rPr lang="en-DE" smtClean="0"/>
              <a:t>‹#›</a:t>
            </a:fld>
            <a:endParaRPr lang="en-DE"/>
          </a:p>
        </p:txBody>
      </p:sp>
    </p:spTree>
    <p:extLst>
      <p:ext uri="{BB962C8B-B14F-4D97-AF65-F5344CB8AC3E}">
        <p14:creationId xmlns:p14="http://schemas.microsoft.com/office/powerpoint/2010/main" val="1442939017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FCE0EFC-64EA-A025-33CD-925A383BE55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  <a:endParaRPr lang="en-DE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7CB8B954-3022-1C6D-F191-58E366BC59C4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82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82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82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50427509-23A0-6352-8FA0-9D811E95C87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160B70E-D6BC-4771-BE5B-2EFBFA852128}" type="datetimeFigureOut">
              <a:rPr lang="en-DE" smtClean="0"/>
              <a:t>06/07/2026</a:t>
            </a:fld>
            <a:endParaRPr lang="en-DE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D80F2C93-6DE0-F76A-68B0-275F5737E82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DE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BA4602D6-94ED-5464-85DC-38526760DAA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93BB666-A3BA-4ED6-BF65-46E41EE34B22}" type="slidenum">
              <a:rPr lang="en-DE" smtClean="0"/>
              <a:t>‹#›</a:t>
            </a:fld>
            <a:endParaRPr lang="en-DE"/>
          </a:p>
        </p:txBody>
      </p:sp>
    </p:spTree>
    <p:extLst>
      <p:ext uri="{BB962C8B-B14F-4D97-AF65-F5344CB8AC3E}">
        <p14:creationId xmlns:p14="http://schemas.microsoft.com/office/powerpoint/2010/main" val="35168080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D095430-C200-9933-D088-3B46D0F04C4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DE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FC41ABC3-B113-A2DB-DE8D-92E85DF5132F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DE"/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CC1C734E-AAA6-CBF8-C4F9-A5C5CAD2D297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DE"/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C5BC04FA-AC21-58A9-53CA-177D226DC0B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160B70E-D6BC-4771-BE5B-2EFBFA852128}" type="datetimeFigureOut">
              <a:rPr lang="en-DE" smtClean="0"/>
              <a:t>06/07/2026</a:t>
            </a:fld>
            <a:endParaRPr lang="en-DE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A4065931-4311-4341-3275-F2C57C27F51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DE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C01D9CD5-A6D5-8C74-1E48-066038AEC19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93BB666-A3BA-4ED6-BF65-46E41EE34B22}" type="slidenum">
              <a:rPr lang="en-DE" smtClean="0"/>
              <a:t>‹#›</a:t>
            </a:fld>
            <a:endParaRPr lang="en-DE"/>
          </a:p>
        </p:txBody>
      </p:sp>
    </p:spTree>
    <p:extLst>
      <p:ext uri="{BB962C8B-B14F-4D97-AF65-F5344CB8AC3E}">
        <p14:creationId xmlns:p14="http://schemas.microsoft.com/office/powerpoint/2010/main" val="189895783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F1078DB-DD53-86A0-0600-3EABDC51AA1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DE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64390B17-6C7C-A6F9-CA32-E5DD6778F418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642794BC-0445-06E8-3A3B-2E66E142E55C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DE"/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BF8ECB0E-6FFD-6417-08C6-4070E2CA4C67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4A6E4F1A-19C5-C7AC-15E7-F2348B717D1A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DE"/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5552586A-2943-063F-B7F7-80E5C3DA17A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160B70E-D6BC-4771-BE5B-2EFBFA852128}" type="datetimeFigureOut">
              <a:rPr lang="en-DE" smtClean="0"/>
              <a:t>06/07/2026</a:t>
            </a:fld>
            <a:endParaRPr lang="en-DE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A8C39929-96CC-F473-BE7C-91314B94A0C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DE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486F22EA-7AF1-5B8C-B989-67BA2D6434F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93BB666-A3BA-4ED6-BF65-46E41EE34B22}" type="slidenum">
              <a:rPr lang="en-DE" smtClean="0"/>
              <a:t>‹#›</a:t>
            </a:fld>
            <a:endParaRPr lang="en-DE"/>
          </a:p>
        </p:txBody>
      </p:sp>
    </p:spTree>
    <p:extLst>
      <p:ext uri="{BB962C8B-B14F-4D97-AF65-F5344CB8AC3E}">
        <p14:creationId xmlns:p14="http://schemas.microsoft.com/office/powerpoint/2010/main" val="1053611130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3919C62-7DDF-D0E3-F946-0F536DAC8D4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DE"/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C241C5A8-8D39-B4BF-4A30-E7BF4D514E1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160B70E-D6BC-4771-BE5B-2EFBFA852128}" type="datetimeFigureOut">
              <a:rPr lang="en-DE" smtClean="0"/>
              <a:t>06/07/2026</a:t>
            </a:fld>
            <a:endParaRPr lang="en-DE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0396081C-C553-D67B-6DCA-6A61F8502E7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DE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B8B999DA-09F2-3DF9-8841-41D6D7143C3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93BB666-A3BA-4ED6-BF65-46E41EE34B22}" type="slidenum">
              <a:rPr lang="en-DE" smtClean="0"/>
              <a:t>‹#›</a:t>
            </a:fld>
            <a:endParaRPr lang="en-DE"/>
          </a:p>
        </p:txBody>
      </p:sp>
    </p:spTree>
    <p:extLst>
      <p:ext uri="{BB962C8B-B14F-4D97-AF65-F5344CB8AC3E}">
        <p14:creationId xmlns:p14="http://schemas.microsoft.com/office/powerpoint/2010/main" val="172635500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89DBCFD0-3C21-9821-E735-E441B2A8ABE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160B70E-D6BC-4771-BE5B-2EFBFA852128}" type="datetimeFigureOut">
              <a:rPr lang="en-DE" smtClean="0"/>
              <a:t>06/07/2026</a:t>
            </a:fld>
            <a:endParaRPr lang="en-DE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7BA09F00-FC8C-E391-C042-EB78417B9FA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DE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D2C7411B-7989-E00A-4B50-92871E7209F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93BB666-A3BA-4ED6-BF65-46E41EE34B22}" type="slidenum">
              <a:rPr lang="en-DE" smtClean="0"/>
              <a:t>‹#›</a:t>
            </a:fld>
            <a:endParaRPr lang="en-DE"/>
          </a:p>
        </p:txBody>
      </p:sp>
    </p:spTree>
    <p:extLst>
      <p:ext uri="{BB962C8B-B14F-4D97-AF65-F5344CB8AC3E}">
        <p14:creationId xmlns:p14="http://schemas.microsoft.com/office/powerpoint/2010/main" val="69803412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4D48369-EB0B-3426-E337-C98C8DD6417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DE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7178B3E3-3023-B137-00D9-5261F437319F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DE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D9CE1F31-D7DD-F01A-EB51-E5A512574ECE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55210777-E6F3-FED2-635B-99AEB910DE8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160B70E-D6BC-4771-BE5B-2EFBFA852128}" type="datetimeFigureOut">
              <a:rPr lang="en-DE" smtClean="0"/>
              <a:t>06/07/2026</a:t>
            </a:fld>
            <a:endParaRPr lang="en-DE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AA33091A-EA1A-BFC0-ED79-AB635C40B70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DE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9D621BE4-E842-6295-B184-6AF5F7F1C26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93BB666-A3BA-4ED6-BF65-46E41EE34B22}" type="slidenum">
              <a:rPr lang="en-DE" smtClean="0"/>
              <a:t>‹#›</a:t>
            </a:fld>
            <a:endParaRPr lang="en-DE"/>
          </a:p>
        </p:txBody>
      </p:sp>
    </p:spTree>
    <p:extLst>
      <p:ext uri="{BB962C8B-B14F-4D97-AF65-F5344CB8AC3E}">
        <p14:creationId xmlns:p14="http://schemas.microsoft.com/office/powerpoint/2010/main" val="1628610615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61646D7-90B4-5EF2-869E-58E7AC3A5CF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DE"/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4AD86277-AE72-4A6B-D6B1-3611711163C0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DE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22F5D663-323C-CB08-2629-9A29E1B9C569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EDFF6C58-C7E2-8F77-5FA8-7D28F7599B9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160B70E-D6BC-4771-BE5B-2EFBFA852128}" type="datetimeFigureOut">
              <a:rPr lang="en-DE" smtClean="0"/>
              <a:t>06/07/2026</a:t>
            </a:fld>
            <a:endParaRPr lang="en-DE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0AB248E9-3A3E-6DCA-49A3-7022F3E8DA2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DE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D556901E-0D99-353A-550F-F206335CDAB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93BB666-A3BA-4ED6-BF65-46E41EE34B22}" type="slidenum">
              <a:rPr lang="en-DE" smtClean="0"/>
              <a:t>‹#›</a:t>
            </a:fld>
            <a:endParaRPr lang="en-DE"/>
          </a:p>
        </p:txBody>
      </p:sp>
    </p:spTree>
    <p:extLst>
      <p:ext uri="{BB962C8B-B14F-4D97-AF65-F5344CB8AC3E}">
        <p14:creationId xmlns:p14="http://schemas.microsoft.com/office/powerpoint/2010/main" val="1319542798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0EFEC19-6B90-39A5-16E0-EF4331A22E5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DE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E7D8A05F-40B5-D0CD-CA9C-CA910D63331F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DE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51931E04-7B04-CBD4-BA44-B2A4BED36A1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160B70E-D6BC-4771-BE5B-2EFBFA852128}" type="datetimeFigureOut">
              <a:rPr lang="en-DE" smtClean="0"/>
              <a:t>06/07/2026</a:t>
            </a:fld>
            <a:endParaRPr lang="en-DE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1C57D046-F07D-8E6C-BC1C-05BD1BD83BB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DE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70A52240-D0A4-9F09-E105-C4CB4F2C962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93BB666-A3BA-4ED6-BF65-46E41EE34B22}" type="slidenum">
              <a:rPr lang="en-DE" smtClean="0"/>
              <a:t>‹#›</a:t>
            </a:fld>
            <a:endParaRPr lang="en-DE"/>
          </a:p>
        </p:txBody>
      </p:sp>
    </p:spTree>
    <p:extLst>
      <p:ext uri="{BB962C8B-B14F-4D97-AF65-F5344CB8AC3E}">
        <p14:creationId xmlns:p14="http://schemas.microsoft.com/office/powerpoint/2010/main" val="1834938986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9D8245DC-271F-2711-F5C7-AFB339051E11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  <a:endParaRPr lang="en-DE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0149EFB2-526D-56F0-004D-B8664522A7BB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DE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6CF547A6-BCDF-4056-4969-DE64FC12CBF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160B70E-D6BC-4771-BE5B-2EFBFA852128}" type="datetimeFigureOut">
              <a:rPr lang="en-DE" smtClean="0"/>
              <a:t>06/07/2026</a:t>
            </a:fld>
            <a:endParaRPr lang="en-DE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3A385182-0F30-B648-ABA3-C83F016B67D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DE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5292254A-CF92-16AC-FECB-38FFAC2700F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93BB666-A3BA-4ED6-BF65-46E41EE34B22}" type="slidenum">
              <a:rPr lang="en-DE" smtClean="0"/>
              <a:t>‹#›</a:t>
            </a:fld>
            <a:endParaRPr lang="en-DE"/>
          </a:p>
        </p:txBody>
      </p:sp>
    </p:spTree>
    <p:extLst>
      <p:ext uri="{BB962C8B-B14F-4D97-AF65-F5344CB8AC3E}">
        <p14:creationId xmlns:p14="http://schemas.microsoft.com/office/powerpoint/2010/main" val="4150548616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D227EA2D-321B-8008-CF9F-154CB1C94D3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  <a:endParaRPr lang="en-DE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DDBC549A-0DFD-51F8-311B-15484E7BA6E0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DE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5789BA9F-31AB-3392-36A4-A52AA067DACC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A160B70E-D6BC-4771-BE5B-2EFBFA852128}" type="datetimeFigureOut">
              <a:rPr lang="en-DE" smtClean="0"/>
              <a:t>06/07/2026</a:t>
            </a:fld>
            <a:endParaRPr lang="en-DE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C1465B97-FA61-D0C3-E841-95BBB5DED8E6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endParaRPr lang="en-DE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2F44EC08-D5A5-7A43-C858-8FDF92529D95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A93BB666-A3BA-4ED6-BF65-46E41EE34B22}" type="slidenum">
              <a:rPr lang="en-DE" smtClean="0"/>
              <a:t>‹#›</a:t>
            </a:fld>
            <a:endParaRPr lang="en-DE"/>
          </a:p>
        </p:txBody>
      </p:sp>
    </p:spTree>
    <p:extLst>
      <p:ext uri="{BB962C8B-B14F-4D97-AF65-F5344CB8AC3E}">
        <p14:creationId xmlns:p14="http://schemas.microsoft.com/office/powerpoint/2010/main" val="674251662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DE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svg"/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4" name="Gerader Verbinder 16">
            <a:extLst>
              <a:ext uri="{FF2B5EF4-FFF2-40B4-BE49-F238E27FC236}">
                <a16:creationId xmlns:a16="http://schemas.microsoft.com/office/drawing/2014/main" id="{7D4FA9C6-D9C3-C228-7C46-F1BAC3BC3F58}"/>
              </a:ext>
            </a:extLst>
          </p:cNvPr>
          <p:cNvCxnSpPr>
            <a:cxnSpLocks/>
          </p:cNvCxnSpPr>
          <p:nvPr/>
        </p:nvCxnSpPr>
        <p:spPr bwMode="gray">
          <a:xfrm flipH="1">
            <a:off x="581499" y="2530812"/>
            <a:ext cx="11111046" cy="9094"/>
          </a:xfrm>
          <a:prstGeom prst="line">
            <a:avLst/>
          </a:prstGeom>
          <a:ln w="50800">
            <a:solidFill>
              <a:schemeClr val="accent1"/>
            </a:solidFill>
            <a:tailEnd type="non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5" name="Titel 3">
            <a:extLst>
              <a:ext uri="{FF2B5EF4-FFF2-40B4-BE49-F238E27FC236}">
                <a16:creationId xmlns:a16="http://schemas.microsoft.com/office/drawing/2014/main" id="{05352F9E-19C5-C181-9EA1-517239CFEAC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03148" y="27489"/>
            <a:ext cx="11111046" cy="1080000"/>
          </a:xfrm>
        </p:spPr>
        <p:txBody>
          <a:bodyPr vert="horz"/>
          <a:lstStyle/>
          <a:p>
            <a:r>
              <a:rPr lang="de-DE" dirty="0"/>
              <a:t>Beraterprofil – Funknetzplanung</a:t>
            </a:r>
          </a:p>
        </p:txBody>
      </p:sp>
      <p:sp>
        <p:nvSpPr>
          <p:cNvPr id="6" name="Inhaltsplatzhalter 4">
            <a:extLst>
              <a:ext uri="{FF2B5EF4-FFF2-40B4-BE49-F238E27FC236}">
                <a16:creationId xmlns:a16="http://schemas.microsoft.com/office/drawing/2014/main" id="{701B13F3-4C06-80C3-B799-A8A788CDACB0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533999" y="2943147"/>
            <a:ext cx="3416845" cy="1634286"/>
          </a:xfrm>
        </p:spPr>
        <p:txBody>
          <a:bodyPr>
            <a:normAutofit fontScale="92500" lnSpcReduction="10000"/>
          </a:bodyPr>
          <a:lstStyle/>
          <a:p>
            <a:pPr marL="434850" lvl="1" indent="-171450" eaLnBrk="0" fontAlgn="base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Font typeface="Arial" panose="020B0604020202020204" pitchFamily="34" charset="0"/>
              <a:buChar char="•"/>
            </a:pPr>
            <a:r>
              <a:rPr lang="en-DE" altLang="en-DE" sz="1000" dirty="0">
                <a:solidFill>
                  <a:schemeClr val="tx1"/>
                </a:solidFill>
              </a:rPr>
              <a:t>RAN-</a:t>
            </a:r>
            <a:r>
              <a:rPr lang="en-DE" altLang="en-DE" sz="1000" dirty="0" err="1">
                <a:solidFill>
                  <a:schemeClr val="tx1"/>
                </a:solidFill>
              </a:rPr>
              <a:t>Planung</a:t>
            </a:r>
            <a:r>
              <a:rPr lang="en-DE" altLang="en-DE" sz="1000" dirty="0">
                <a:solidFill>
                  <a:schemeClr val="tx1"/>
                </a:solidFill>
              </a:rPr>
              <a:t> und –</a:t>
            </a:r>
            <a:r>
              <a:rPr lang="en-DE" altLang="en-DE" sz="1000" dirty="0" err="1">
                <a:solidFill>
                  <a:schemeClr val="tx1"/>
                </a:solidFill>
              </a:rPr>
              <a:t>Optimierung</a:t>
            </a:r>
            <a:endParaRPr lang="en-US" altLang="en-DE" sz="1000" dirty="0">
              <a:solidFill>
                <a:schemeClr val="tx1"/>
              </a:solidFill>
            </a:endParaRPr>
          </a:p>
          <a:p>
            <a:pPr marL="434850" lvl="1" indent="-171450" eaLnBrk="0" fontAlgn="base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Font typeface="Arial" panose="020B0604020202020204" pitchFamily="34" charset="0"/>
              <a:buChar char="•"/>
            </a:pPr>
            <a:r>
              <a:rPr lang="en-DE" altLang="en-DE" sz="1000" dirty="0">
                <a:solidFill>
                  <a:schemeClr val="tx1"/>
                </a:solidFill>
              </a:rPr>
              <a:t>Solution Consulting für 3G/LTE/VoLTE </a:t>
            </a:r>
            <a:endParaRPr lang="en-US" altLang="en-DE" sz="1000" dirty="0">
              <a:solidFill>
                <a:schemeClr val="tx1"/>
              </a:solidFill>
            </a:endParaRPr>
          </a:p>
          <a:p>
            <a:pPr marL="434850" lvl="1" indent="-171450" eaLnBrk="0" fontAlgn="base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Font typeface="Arial" panose="020B0604020202020204" pitchFamily="34" charset="0"/>
              <a:buChar char="•"/>
            </a:pPr>
            <a:r>
              <a:rPr lang="en-DE" altLang="en-DE" sz="1000" dirty="0">
                <a:solidFill>
                  <a:schemeClr val="tx1"/>
                </a:solidFill>
              </a:rPr>
              <a:t>Sehr </a:t>
            </a:r>
            <a:r>
              <a:rPr lang="en-DE" altLang="en-DE" sz="1000" dirty="0" err="1">
                <a:solidFill>
                  <a:schemeClr val="tx1"/>
                </a:solidFill>
              </a:rPr>
              <a:t>gute</a:t>
            </a:r>
            <a:r>
              <a:rPr lang="en-DE" altLang="en-DE" sz="1000" dirty="0">
                <a:solidFill>
                  <a:schemeClr val="tx1"/>
                </a:solidFill>
              </a:rPr>
              <a:t> RF-</a:t>
            </a:r>
            <a:r>
              <a:rPr lang="en-DE" altLang="en-DE" sz="1000" dirty="0" err="1">
                <a:solidFill>
                  <a:schemeClr val="tx1"/>
                </a:solidFill>
              </a:rPr>
              <a:t>Kenntnisse</a:t>
            </a:r>
            <a:r>
              <a:rPr lang="en-DE" altLang="en-DE" sz="1000" dirty="0">
                <a:solidFill>
                  <a:schemeClr val="tx1"/>
                </a:solidFill>
              </a:rPr>
              <a:t> in 5G, LTE und VoLTE</a:t>
            </a:r>
            <a:endParaRPr lang="en-US" altLang="en-DE" sz="1000" dirty="0">
              <a:solidFill>
                <a:schemeClr val="tx1"/>
              </a:solidFill>
            </a:endParaRPr>
          </a:p>
          <a:p>
            <a:pPr marL="434850" lvl="1" indent="-171450" eaLnBrk="0" fontAlgn="base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Font typeface="Arial" panose="020B0604020202020204" pitchFamily="34" charset="0"/>
              <a:buChar char="•"/>
            </a:pPr>
            <a:r>
              <a:rPr lang="en-DE" altLang="en-DE" sz="1000" dirty="0">
                <a:solidFill>
                  <a:schemeClr val="tx1"/>
                </a:solidFill>
              </a:rPr>
              <a:t>Deployment, Integration und </a:t>
            </a:r>
            <a:r>
              <a:rPr lang="en-DE" altLang="en-DE" sz="1000" dirty="0" err="1">
                <a:solidFill>
                  <a:schemeClr val="tx1"/>
                </a:solidFill>
              </a:rPr>
              <a:t>Abnahme</a:t>
            </a:r>
            <a:r>
              <a:rPr lang="en-DE" altLang="en-DE" sz="1000" dirty="0">
                <a:solidFill>
                  <a:schemeClr val="tx1"/>
                </a:solidFill>
              </a:rPr>
              <a:t> von </a:t>
            </a:r>
            <a:r>
              <a:rPr lang="en-DE" altLang="en-DE" sz="1000" dirty="0" err="1">
                <a:solidFill>
                  <a:schemeClr val="tx1"/>
                </a:solidFill>
              </a:rPr>
              <a:t>Standorten</a:t>
            </a:r>
            <a:r>
              <a:rPr lang="en-DE" altLang="en-DE" sz="1000" dirty="0">
                <a:solidFill>
                  <a:schemeClr val="tx1"/>
                </a:solidFill>
              </a:rPr>
              <a:t> </a:t>
            </a:r>
            <a:endParaRPr lang="en-US" altLang="en-DE" sz="1000" dirty="0">
              <a:solidFill>
                <a:schemeClr val="tx1"/>
              </a:solidFill>
            </a:endParaRPr>
          </a:p>
          <a:p>
            <a:pPr marL="434850" lvl="1" indent="-171450" eaLnBrk="0" fontAlgn="base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Font typeface="Arial" panose="020B0604020202020204" pitchFamily="34" charset="0"/>
              <a:buChar char="•"/>
            </a:pPr>
            <a:r>
              <a:rPr lang="en-DE" altLang="en-DE" sz="1000" dirty="0" err="1">
                <a:solidFill>
                  <a:schemeClr val="tx1"/>
                </a:solidFill>
              </a:rPr>
              <a:t>Projektmanagement</a:t>
            </a:r>
            <a:r>
              <a:rPr lang="en-DE" altLang="en-DE" sz="1000" dirty="0">
                <a:solidFill>
                  <a:schemeClr val="tx1"/>
                </a:solidFill>
              </a:rPr>
              <a:t> </a:t>
            </a:r>
            <a:endParaRPr lang="en-US" altLang="en-DE" sz="1000" dirty="0">
              <a:solidFill>
                <a:schemeClr val="tx1"/>
              </a:solidFill>
            </a:endParaRPr>
          </a:p>
          <a:p>
            <a:pPr marL="434850" lvl="1" indent="-171450" eaLnBrk="0" fontAlgn="base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Font typeface="Arial" panose="020B0604020202020204" pitchFamily="34" charset="0"/>
              <a:buChar char="•"/>
            </a:pPr>
            <a:r>
              <a:rPr lang="en-DE" altLang="en-DE" sz="1000" dirty="0">
                <a:solidFill>
                  <a:schemeClr val="tx1"/>
                </a:solidFill>
              </a:rPr>
              <a:t>Kunden- und Stakeholder-Management </a:t>
            </a:r>
            <a:endParaRPr lang="en-US" altLang="en-DE" sz="1000" dirty="0">
              <a:solidFill>
                <a:schemeClr val="tx1"/>
              </a:solidFill>
            </a:endParaRPr>
          </a:p>
          <a:p>
            <a:pPr marL="434850" lvl="1" indent="-171450" eaLnBrk="0" fontAlgn="base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Font typeface="Arial" panose="020B0604020202020204" pitchFamily="34" charset="0"/>
              <a:buChar char="•"/>
            </a:pPr>
            <a:r>
              <a:rPr lang="en-DE" altLang="en-DE" sz="1000" dirty="0">
                <a:solidFill>
                  <a:schemeClr val="tx1"/>
                </a:solidFill>
              </a:rPr>
              <a:t>Multi-Vendor-</a:t>
            </a:r>
            <a:r>
              <a:rPr lang="en-DE" altLang="en-DE" sz="1000" dirty="0" err="1">
                <a:solidFill>
                  <a:schemeClr val="tx1"/>
                </a:solidFill>
              </a:rPr>
              <a:t>Erfahrung</a:t>
            </a:r>
            <a:r>
              <a:rPr lang="en-DE" altLang="en-DE" sz="1000" dirty="0">
                <a:solidFill>
                  <a:schemeClr val="tx1"/>
                </a:solidFill>
              </a:rPr>
              <a:t> </a:t>
            </a:r>
            <a:r>
              <a:rPr lang="en-DE" altLang="en-DE" sz="1000" dirty="0" err="1">
                <a:solidFill>
                  <a:schemeClr val="tx1"/>
                </a:solidFill>
              </a:rPr>
              <a:t>mit</a:t>
            </a:r>
            <a:r>
              <a:rPr lang="en-DE" altLang="en-DE" sz="1000" dirty="0">
                <a:solidFill>
                  <a:schemeClr val="tx1"/>
                </a:solidFill>
              </a:rPr>
              <a:t> Huawei, Ericsson, ZTE und Siemens </a:t>
            </a:r>
            <a:endParaRPr lang="en-US" altLang="en-DE" sz="1000" dirty="0">
              <a:solidFill>
                <a:schemeClr val="tx1"/>
              </a:solidFill>
            </a:endParaRPr>
          </a:p>
          <a:p>
            <a:pPr marL="434850" lvl="1" indent="-171450" eaLnBrk="0" fontAlgn="base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Font typeface="Arial" panose="020B0604020202020204" pitchFamily="34" charset="0"/>
              <a:buChar char="•"/>
            </a:pPr>
            <a:r>
              <a:rPr lang="en-DE" altLang="en-DE" sz="1000" dirty="0">
                <a:solidFill>
                  <a:schemeClr val="tx1"/>
                </a:solidFill>
              </a:rPr>
              <a:t>Sehr </a:t>
            </a:r>
            <a:r>
              <a:rPr lang="en-DE" altLang="en-DE" sz="1000" dirty="0" err="1">
                <a:solidFill>
                  <a:schemeClr val="tx1"/>
                </a:solidFill>
              </a:rPr>
              <a:t>gute</a:t>
            </a:r>
            <a:r>
              <a:rPr lang="en-DE" altLang="en-DE" sz="1000" dirty="0">
                <a:solidFill>
                  <a:schemeClr val="tx1"/>
                </a:solidFill>
              </a:rPr>
              <a:t> </a:t>
            </a:r>
            <a:r>
              <a:rPr lang="en-DE" altLang="en-DE" sz="1000" dirty="0" err="1">
                <a:solidFill>
                  <a:schemeClr val="tx1"/>
                </a:solidFill>
              </a:rPr>
              <a:t>Kenntnisse</a:t>
            </a:r>
            <a:r>
              <a:rPr lang="en-DE" altLang="en-DE" sz="1000" dirty="0">
                <a:solidFill>
                  <a:schemeClr val="tx1"/>
                </a:solidFill>
              </a:rPr>
              <a:t> in RF- und OSS-Tools </a:t>
            </a:r>
          </a:p>
          <a:p>
            <a:pPr marL="0" indent="0">
              <a:lnSpc>
                <a:spcPct val="100000"/>
              </a:lnSpc>
              <a:buNone/>
            </a:pPr>
            <a:br>
              <a:rPr lang="en-GB" sz="1000" dirty="0"/>
            </a:br>
            <a:r>
              <a:rPr lang="en-DE" altLang="en-DE" sz="1000" b="1" dirty="0">
                <a:solidFill>
                  <a:schemeClr val="tx1"/>
                </a:solidFill>
              </a:rPr>
              <a:t> / Com</a:t>
            </a:r>
            <a:endParaRPr lang="en-GB" sz="1000" dirty="0">
              <a:cs typeface="Tahoma" panose="020B0604030504040204" pitchFamily="34" charset="0"/>
            </a:endParaRPr>
          </a:p>
          <a:p>
            <a:pPr>
              <a:spcAft>
                <a:spcPts val="600"/>
              </a:spcAft>
            </a:pPr>
            <a:endParaRPr lang="en-GB" sz="1000" dirty="0">
              <a:cs typeface="Tahoma" panose="020B0604030504040204" pitchFamily="34" charset="0"/>
            </a:endParaRPr>
          </a:p>
          <a:p>
            <a:pPr>
              <a:spcAft>
                <a:spcPts val="600"/>
              </a:spcAft>
            </a:pPr>
            <a:endParaRPr lang="en-GB" sz="1000" dirty="0">
              <a:cs typeface="Tahoma" panose="020B0604030504040204" pitchFamily="34" charset="0"/>
            </a:endParaRPr>
          </a:p>
        </p:txBody>
      </p:sp>
      <p:sp>
        <p:nvSpPr>
          <p:cNvPr id="7" name="Inhaltsplatzhalter 7">
            <a:extLst>
              <a:ext uri="{FF2B5EF4-FFF2-40B4-BE49-F238E27FC236}">
                <a16:creationId xmlns:a16="http://schemas.microsoft.com/office/drawing/2014/main" id="{2BC5C5CD-D674-C92F-2C35-7546564EA8CB}"/>
              </a:ext>
            </a:extLst>
          </p:cNvPr>
          <p:cNvSpPr txBox="1">
            <a:spLocks/>
          </p:cNvSpPr>
          <p:nvPr/>
        </p:nvSpPr>
        <p:spPr>
          <a:xfrm>
            <a:off x="4062770" y="2906571"/>
            <a:ext cx="3483661" cy="1930757"/>
          </a:xfrm>
          <a:prstGeom prst="rect">
            <a:avLst/>
          </a:prstGeom>
        </p:spPr>
        <p:txBody>
          <a:bodyPr/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434850" lvl="1" indent="-171450" eaLnBrk="0" fontAlgn="base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</a:pPr>
            <a:r>
              <a:rPr lang="en-DE" altLang="en-DE" sz="1000" b="1" dirty="0" err="1"/>
              <a:t>Netzwerkplanung</a:t>
            </a:r>
            <a:r>
              <a:rPr lang="en-DE" altLang="en-DE" sz="1000" b="1" dirty="0"/>
              <a:t> und </a:t>
            </a:r>
            <a:r>
              <a:rPr lang="en-DE" altLang="en-DE" sz="1000" b="1" dirty="0" err="1"/>
              <a:t>Kapazitätsmanagement</a:t>
            </a:r>
            <a:r>
              <a:rPr lang="en-DE" altLang="en-DE" sz="1000" dirty="0"/>
              <a:t>: Site Planning, Coverage, Capacity </a:t>
            </a:r>
          </a:p>
          <a:p>
            <a:pPr marL="434850" lvl="1" indent="-171450" eaLnBrk="0" fontAlgn="base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</a:pPr>
            <a:r>
              <a:rPr lang="en-DE" altLang="en-DE" sz="1000" b="1" dirty="0"/>
              <a:t>Performance-</a:t>
            </a:r>
            <a:r>
              <a:rPr lang="en-DE" altLang="en-DE" sz="1000" b="1" dirty="0" err="1"/>
              <a:t>Optimierung</a:t>
            </a:r>
            <a:r>
              <a:rPr lang="en-DE" altLang="en-DE" sz="1000" dirty="0"/>
              <a:t>: KPI-Monitoring, UL/DL Throughput, HOSR, CDR, CSSR </a:t>
            </a:r>
          </a:p>
          <a:p>
            <a:pPr marL="434850" lvl="1" indent="-171450" eaLnBrk="0" fontAlgn="base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</a:pPr>
            <a:r>
              <a:rPr lang="en-DE" altLang="en-DE" sz="1000" b="1" dirty="0"/>
              <a:t>Service Quality</a:t>
            </a:r>
            <a:r>
              <a:rPr lang="en-DE" altLang="en-DE" sz="1000" dirty="0"/>
              <a:t>: </a:t>
            </a:r>
            <a:r>
              <a:rPr lang="en-DE" altLang="en-DE" sz="1000" dirty="0" err="1"/>
              <a:t>Bearbeitung</a:t>
            </a:r>
            <a:r>
              <a:rPr lang="en-DE" altLang="en-DE" sz="1000" dirty="0"/>
              <a:t> von VIP-</a:t>
            </a:r>
            <a:r>
              <a:rPr lang="en-DE" altLang="en-DE" sz="1000" dirty="0" err="1"/>
              <a:t>Beschwerden</a:t>
            </a:r>
            <a:r>
              <a:rPr lang="en-DE" altLang="en-DE" sz="1000" dirty="0"/>
              <a:t>, Root Cause Analysis, </a:t>
            </a:r>
            <a:r>
              <a:rPr lang="en-DE" altLang="en-DE" sz="1000" dirty="0" err="1"/>
              <a:t>Optimierungsempfehlungen</a:t>
            </a:r>
            <a:r>
              <a:rPr lang="en-DE" altLang="en-DE" sz="1000" dirty="0"/>
              <a:t> </a:t>
            </a:r>
          </a:p>
          <a:p>
            <a:pPr marL="434850" lvl="1" indent="-171450" eaLnBrk="0" fontAlgn="base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</a:pPr>
            <a:r>
              <a:rPr lang="en-DE" altLang="en-DE" sz="1000" b="1" dirty="0"/>
              <a:t>Drive Test Analysis</a:t>
            </a:r>
            <a:r>
              <a:rPr lang="en-DE" altLang="en-DE" sz="1000" dirty="0"/>
              <a:t>: Cluster-Analyse, DT-Logs, Layer-3-Analyse </a:t>
            </a:r>
          </a:p>
          <a:p>
            <a:pPr marL="434850" lvl="1" indent="-171450" eaLnBrk="0" fontAlgn="base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</a:pPr>
            <a:r>
              <a:rPr lang="en-DE" altLang="en-DE" sz="1000" b="1" dirty="0"/>
              <a:t>SWAP-Projekte</a:t>
            </a:r>
            <a:r>
              <a:rPr lang="en-DE" altLang="en-DE" sz="1000" dirty="0"/>
              <a:t>: Vendor-Migration, Integration, </a:t>
            </a:r>
            <a:r>
              <a:rPr lang="en-DE" altLang="en-DE" sz="1000" dirty="0" err="1"/>
              <a:t>Reduzierung</a:t>
            </a:r>
            <a:r>
              <a:rPr lang="en-DE" altLang="en-DE" sz="1000" dirty="0"/>
              <a:t> von </a:t>
            </a:r>
            <a:r>
              <a:rPr lang="en-DE" altLang="en-DE" sz="1000" dirty="0" err="1"/>
              <a:t>Ausfallzeiten</a:t>
            </a:r>
            <a:r>
              <a:rPr lang="en-DE" altLang="en-DE" sz="1000" dirty="0"/>
              <a:t> </a:t>
            </a:r>
          </a:p>
          <a:p>
            <a:pPr marL="434850" lvl="1" indent="-171450" eaLnBrk="0" fontAlgn="base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</a:pPr>
            <a:r>
              <a:rPr lang="en-DE" altLang="en-DE" sz="1000" b="1" dirty="0"/>
              <a:t>Geo-Referencing</a:t>
            </a:r>
            <a:r>
              <a:rPr lang="en-DE" altLang="en-DE" sz="1000" dirty="0"/>
              <a:t>: </a:t>
            </a:r>
            <a:r>
              <a:rPr lang="en-DE" altLang="en-DE" sz="1000" dirty="0" err="1"/>
              <a:t>Pflege</a:t>
            </a:r>
            <a:r>
              <a:rPr lang="en-DE" altLang="en-DE" sz="1000" dirty="0"/>
              <a:t> von </a:t>
            </a:r>
            <a:r>
              <a:rPr lang="en-DE" altLang="en-DE" sz="1000" dirty="0" err="1"/>
              <a:t>Koordinaten</a:t>
            </a:r>
            <a:r>
              <a:rPr lang="en-DE" altLang="en-DE" sz="1000" dirty="0"/>
              <a:t>, </a:t>
            </a:r>
            <a:r>
              <a:rPr lang="en-DE" altLang="en-DE" sz="1000" dirty="0" err="1"/>
              <a:t>Datenbankabgleich</a:t>
            </a:r>
            <a:r>
              <a:rPr lang="en-DE" altLang="en-DE" sz="1000" dirty="0"/>
              <a:t>, </a:t>
            </a:r>
            <a:r>
              <a:rPr lang="en-DE" altLang="en-DE" sz="1000" dirty="0" err="1"/>
              <a:t>Konsistenz</a:t>
            </a:r>
            <a:r>
              <a:rPr lang="en-DE" altLang="en-DE" sz="1000" dirty="0"/>
              <a:t> der </a:t>
            </a:r>
            <a:r>
              <a:rPr lang="en-DE" altLang="en-DE" sz="1000" dirty="0" err="1"/>
              <a:t>Standortdaten</a:t>
            </a:r>
            <a:r>
              <a:rPr lang="en-DE" altLang="en-DE" sz="1000" dirty="0"/>
              <a:t> </a:t>
            </a:r>
          </a:p>
          <a:p>
            <a:pPr>
              <a:lnSpc>
                <a:spcPct val="100000"/>
              </a:lnSpc>
            </a:pPr>
            <a:endParaRPr lang="de-DE" sz="800" dirty="0"/>
          </a:p>
          <a:p>
            <a:pPr marR="11430">
              <a:lnSpc>
                <a:spcPct val="100000"/>
              </a:lnSpc>
              <a:tabLst>
                <a:tab pos="457200" algn="l"/>
              </a:tabLst>
            </a:pPr>
            <a:endParaRPr lang="en-GB" sz="1100" dirty="0">
              <a:latin typeface="+mj-lt"/>
              <a:cs typeface="Tahoma" panose="020B0604030504040204" pitchFamily="34" charset="0"/>
            </a:endParaRPr>
          </a:p>
          <a:p>
            <a:pPr marR="11430">
              <a:lnSpc>
                <a:spcPct val="100000"/>
              </a:lnSpc>
              <a:tabLst>
                <a:tab pos="457200" algn="l"/>
              </a:tabLst>
            </a:pPr>
            <a:endParaRPr lang="en-GB" sz="1100" dirty="0">
              <a:latin typeface="+mj-lt"/>
              <a:cs typeface="Tahoma" panose="020B0604030504040204" pitchFamily="34" charset="0"/>
            </a:endParaRPr>
          </a:p>
          <a:p>
            <a:pPr>
              <a:lnSpc>
                <a:spcPct val="100000"/>
              </a:lnSpc>
            </a:pPr>
            <a:endParaRPr lang="de-DE" sz="1100" dirty="0"/>
          </a:p>
        </p:txBody>
      </p:sp>
      <p:sp>
        <p:nvSpPr>
          <p:cNvPr id="8" name="Inhaltsplatzhalter 5">
            <a:extLst>
              <a:ext uri="{FF2B5EF4-FFF2-40B4-BE49-F238E27FC236}">
                <a16:creationId xmlns:a16="http://schemas.microsoft.com/office/drawing/2014/main" id="{683E5508-ADB1-A479-E3C5-783F6F6D0D3D}"/>
              </a:ext>
            </a:extLst>
          </p:cNvPr>
          <p:cNvSpPr txBox="1">
            <a:spLocks/>
          </p:cNvSpPr>
          <p:nvPr/>
        </p:nvSpPr>
        <p:spPr>
          <a:xfrm>
            <a:off x="7997235" y="2906571"/>
            <a:ext cx="3957729" cy="1325133"/>
          </a:xfrm>
          <a:prstGeom prst="rect">
            <a:avLst/>
          </a:prstGeom>
        </p:spPr>
        <p:txBody>
          <a:bodyPr/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434850" lvl="1" indent="-171450" eaLnBrk="0" fontAlgn="base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</a:pPr>
            <a:r>
              <a:rPr lang="en-DE" altLang="en-DE" sz="1000"/>
              <a:t>Internationale Einsätze als Regional Lead und Senior Optimization Consultant </a:t>
            </a:r>
          </a:p>
          <a:p>
            <a:pPr marL="434850" lvl="1" indent="-171450" eaLnBrk="0" fontAlgn="base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</a:pPr>
            <a:r>
              <a:rPr lang="en-DE" altLang="en-DE" sz="1000"/>
              <a:t>Projekterfahrung in Pakistan, Südafrika, UAE, Oman, Bahrain und Ghana </a:t>
            </a:r>
          </a:p>
          <a:p>
            <a:pPr marL="434850" lvl="1" indent="-171450" eaLnBrk="0" fontAlgn="base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</a:pPr>
            <a:r>
              <a:rPr lang="en-DE" altLang="en-DE" sz="1000"/>
              <a:t>OSS-Erfahrung mit Huawei, ZTE, Ericsson und Siemens </a:t>
            </a:r>
          </a:p>
          <a:p>
            <a:pPr marL="434850" lvl="1" indent="-171450" eaLnBrk="0" fontAlgn="base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</a:pPr>
            <a:r>
              <a:rPr lang="en-DE" altLang="en-DE" sz="1000"/>
              <a:t>Zusammenarbeit mit internationalen Kunden wie China Mobile Pakistan, MTN, Telenor, Omantel, Vodacom, Etisalat, STC, VIVA und Zain </a:t>
            </a:r>
          </a:p>
          <a:p>
            <a:pPr marL="0" indent="0">
              <a:lnSpc>
                <a:spcPct val="100000"/>
              </a:lnSpc>
              <a:buFont typeface="Arial" panose="020B0604020202020204" pitchFamily="34" charset="0"/>
              <a:buNone/>
            </a:pPr>
            <a:endParaRPr lang="en-GB" sz="1100">
              <a:latin typeface="+mj-lt"/>
              <a:cs typeface="Tahoma" pitchFamily="34" charset="0"/>
            </a:endParaRPr>
          </a:p>
          <a:p>
            <a:pPr marL="0" indent="0">
              <a:lnSpc>
                <a:spcPct val="100000"/>
              </a:lnSpc>
              <a:buFont typeface="Arial" panose="020B0604020202020204" pitchFamily="34" charset="0"/>
              <a:buNone/>
            </a:pPr>
            <a:endParaRPr lang="en-GB" sz="1100">
              <a:latin typeface="+mj-lt"/>
              <a:cs typeface="Tahoma" pitchFamily="34" charset="0"/>
            </a:endParaRPr>
          </a:p>
          <a:p>
            <a:pPr marL="0" indent="0">
              <a:lnSpc>
                <a:spcPct val="100000"/>
              </a:lnSpc>
              <a:buFont typeface="Arial" panose="020B0604020202020204" pitchFamily="34" charset="0"/>
              <a:buNone/>
            </a:pPr>
            <a:endParaRPr lang="en-GB" sz="1100">
              <a:latin typeface="+mj-lt"/>
              <a:cs typeface="Tahoma" pitchFamily="34" charset="0"/>
            </a:endParaRPr>
          </a:p>
          <a:p>
            <a:pPr marL="0" indent="0">
              <a:lnSpc>
                <a:spcPct val="100000"/>
              </a:lnSpc>
              <a:buFont typeface="Arial" panose="020B0604020202020204" pitchFamily="34" charset="0"/>
              <a:buNone/>
            </a:pPr>
            <a:endParaRPr lang="en-GB" sz="1100">
              <a:latin typeface="+mj-lt"/>
              <a:cs typeface="Tahoma" pitchFamily="34" charset="0"/>
            </a:endParaRPr>
          </a:p>
          <a:p>
            <a:pPr marL="0" indent="0">
              <a:lnSpc>
                <a:spcPct val="100000"/>
              </a:lnSpc>
              <a:buFont typeface="Arial" panose="020B0604020202020204" pitchFamily="34" charset="0"/>
              <a:buNone/>
            </a:pPr>
            <a:endParaRPr lang="en-GB" sz="1100">
              <a:latin typeface="+mj-lt"/>
              <a:cs typeface="Tahoma" pitchFamily="34" charset="0"/>
            </a:endParaRPr>
          </a:p>
          <a:p>
            <a:pPr marL="0" indent="0">
              <a:lnSpc>
                <a:spcPct val="100000"/>
              </a:lnSpc>
              <a:buFont typeface="Arial" panose="020B0604020202020204" pitchFamily="34" charset="0"/>
              <a:buNone/>
            </a:pPr>
            <a:r>
              <a:rPr lang="de-DE" sz="1400"/>
              <a:t>				</a:t>
            </a:r>
            <a:br>
              <a:rPr lang="de-DE" sz="1400"/>
            </a:br>
            <a:endParaRPr lang="de-DE" sz="1400" dirty="0"/>
          </a:p>
        </p:txBody>
      </p:sp>
      <p:sp>
        <p:nvSpPr>
          <p:cNvPr id="9" name="Textplatzhalter 6">
            <a:extLst>
              <a:ext uri="{FF2B5EF4-FFF2-40B4-BE49-F238E27FC236}">
                <a16:creationId xmlns:a16="http://schemas.microsoft.com/office/drawing/2014/main" id="{74414444-0B13-F954-01B2-6D0D0E1B5FB9}"/>
              </a:ext>
            </a:extLst>
          </p:cNvPr>
          <p:cNvSpPr txBox="1">
            <a:spLocks/>
          </p:cNvSpPr>
          <p:nvPr/>
        </p:nvSpPr>
        <p:spPr>
          <a:xfrm>
            <a:off x="2209140" y="972000"/>
            <a:ext cx="9441975" cy="202419"/>
          </a:xfrm>
          <a:prstGeom prst="rect">
            <a:avLst/>
          </a:prstGeom>
        </p:spPr>
        <p:txBody>
          <a:bodyPr/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de-DE" sz="1400">
                <a:solidFill>
                  <a:schemeClr val="tx1">
                    <a:lumMod val="85000"/>
                    <a:lumOff val="15000"/>
                  </a:schemeClr>
                </a:solidFill>
              </a:rPr>
              <a:t>Position:</a:t>
            </a:r>
          </a:p>
          <a:p>
            <a:r>
              <a:rPr lang="de-DE" sz="1400">
                <a:solidFill>
                  <a:schemeClr val="tx1">
                    <a:lumMod val="85000"/>
                    <a:lumOff val="15000"/>
                  </a:schemeClr>
                </a:solidFill>
              </a:rPr>
              <a:t>Schwerpunkte:</a:t>
            </a:r>
            <a:endParaRPr lang="de-DE" sz="1400" dirty="0">
              <a:solidFill>
                <a:schemeClr val="tx1">
                  <a:lumMod val="85000"/>
                  <a:lumOff val="15000"/>
                </a:schemeClr>
              </a:solidFill>
            </a:endParaRPr>
          </a:p>
        </p:txBody>
      </p:sp>
      <p:sp>
        <p:nvSpPr>
          <p:cNvPr id="10" name="Textfeld 37">
            <a:extLst>
              <a:ext uri="{FF2B5EF4-FFF2-40B4-BE49-F238E27FC236}">
                <a16:creationId xmlns:a16="http://schemas.microsoft.com/office/drawing/2014/main" id="{B4809B9D-191D-EEE4-C535-B25E8C3F1CB8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2209140" y="1569297"/>
            <a:ext cx="9596922" cy="215444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 lIns="0" tIns="0" rIns="0" bIns="0">
            <a:spAutoFit/>
          </a:bodyPr>
          <a:lstStyle>
            <a:lvl1pPr>
              <a:lnSpc>
                <a:spcPct val="115000"/>
              </a:lnSpc>
              <a:spcBef>
                <a:spcPct val="20000"/>
              </a:spcBef>
              <a:buClr>
                <a:schemeClr val="tx1"/>
              </a:buClr>
              <a:buFont typeface="Wingdings" panose="05000000000000000000" pitchFamily="2" charset="2"/>
              <a:buChar char="§"/>
              <a:tabLst>
                <a:tab pos="1433513" algn="l"/>
              </a:tabLst>
              <a:defRPr>
                <a:solidFill>
                  <a:schemeClr val="accent1"/>
                </a:solidFill>
                <a:latin typeface="Segoe UI" panose="020B0502040204020203" pitchFamily="34" charset="0"/>
                <a:ea typeface="MS PGothic" panose="020B0600070205080204" pitchFamily="34" charset="-128"/>
                <a:cs typeface="Segoe UI" panose="020B0502040204020203" pitchFamily="34" charset="0"/>
              </a:defRPr>
            </a:lvl1pPr>
            <a:lvl2pPr marL="742950" indent="-285750">
              <a:lnSpc>
                <a:spcPct val="115000"/>
              </a:lnSpc>
              <a:spcBef>
                <a:spcPct val="20000"/>
              </a:spcBef>
              <a:buClr>
                <a:schemeClr val="tx1"/>
              </a:buClr>
              <a:buChar char="–"/>
              <a:tabLst>
                <a:tab pos="1433513" algn="l"/>
              </a:tabLst>
              <a:defRPr sz="1600">
                <a:solidFill>
                  <a:schemeClr val="accent1"/>
                </a:solidFill>
                <a:latin typeface="Segoe UI" panose="020B0502040204020203" pitchFamily="34" charset="0"/>
                <a:ea typeface="MS PGothic" panose="020B0600070205080204" pitchFamily="34" charset="-128"/>
                <a:cs typeface="Segoe UI" panose="020B0502040204020203" pitchFamily="34" charset="0"/>
              </a:defRPr>
            </a:lvl2pPr>
            <a:lvl3pPr marL="1143000" indent="-228600">
              <a:lnSpc>
                <a:spcPct val="115000"/>
              </a:lnSpc>
              <a:spcBef>
                <a:spcPct val="20000"/>
              </a:spcBef>
              <a:buClr>
                <a:schemeClr val="tx1"/>
              </a:buClr>
              <a:buFont typeface="Wingdings" panose="05000000000000000000" pitchFamily="2" charset="2"/>
              <a:buChar char="§"/>
              <a:tabLst>
                <a:tab pos="1433513" algn="l"/>
              </a:tabLst>
              <a:defRPr sz="1400">
                <a:solidFill>
                  <a:schemeClr val="accent1"/>
                </a:solidFill>
                <a:latin typeface="Segoe UI" panose="020B0502040204020203" pitchFamily="34" charset="0"/>
                <a:ea typeface="MS PGothic" panose="020B0600070205080204" pitchFamily="34" charset="-128"/>
                <a:cs typeface="Segoe UI" panose="020B0502040204020203" pitchFamily="34" charset="0"/>
              </a:defRPr>
            </a:lvl3pPr>
            <a:lvl4pPr marL="1600200" indent="-228600">
              <a:lnSpc>
                <a:spcPct val="115000"/>
              </a:lnSpc>
              <a:spcBef>
                <a:spcPct val="20000"/>
              </a:spcBef>
              <a:buClr>
                <a:schemeClr val="tx1"/>
              </a:buClr>
              <a:buChar char="–"/>
              <a:tabLst>
                <a:tab pos="1433513" algn="l"/>
              </a:tabLst>
              <a:defRPr sz="1000">
                <a:solidFill>
                  <a:schemeClr val="accent1"/>
                </a:solidFill>
                <a:latin typeface="Segoe UI" panose="020B0502040204020203" pitchFamily="34" charset="0"/>
                <a:ea typeface="MS PGothic" panose="020B0600070205080204" pitchFamily="34" charset="-128"/>
                <a:cs typeface="Segoe UI" panose="020B0502040204020203" pitchFamily="34" charset="0"/>
              </a:defRPr>
            </a:lvl4pPr>
            <a:lvl5pPr marL="2057400" indent="-228600">
              <a:lnSpc>
                <a:spcPct val="115000"/>
              </a:lnSpc>
              <a:spcBef>
                <a:spcPct val="20000"/>
              </a:spcBef>
              <a:buClr>
                <a:schemeClr val="accent2"/>
              </a:buClr>
              <a:buChar char="»"/>
              <a:tabLst>
                <a:tab pos="1433513" algn="l"/>
              </a:tabLst>
              <a:defRPr sz="1000">
                <a:solidFill>
                  <a:schemeClr val="accent1"/>
                </a:solidFill>
                <a:latin typeface="Segoe UI" panose="020B0502040204020203" pitchFamily="34" charset="0"/>
                <a:ea typeface="MS PGothic" panose="020B0600070205080204" pitchFamily="34" charset="-128"/>
                <a:cs typeface="Segoe UI" panose="020B0502040204020203" pitchFamily="34" charset="0"/>
              </a:defRPr>
            </a:lvl5pPr>
            <a:lvl6pPr marL="2514600" indent="-228600" eaLnBrk="0" fontAlgn="base" hangingPunct="0">
              <a:lnSpc>
                <a:spcPct val="115000"/>
              </a:lnSpc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Char char="»"/>
              <a:tabLst>
                <a:tab pos="1433513" algn="l"/>
              </a:tabLst>
              <a:defRPr sz="1000">
                <a:solidFill>
                  <a:schemeClr val="accent1"/>
                </a:solidFill>
                <a:latin typeface="Segoe UI" panose="020B0502040204020203" pitchFamily="34" charset="0"/>
                <a:ea typeface="MS PGothic" panose="020B0600070205080204" pitchFamily="34" charset="-128"/>
                <a:cs typeface="Segoe UI" panose="020B0502040204020203" pitchFamily="34" charset="0"/>
              </a:defRPr>
            </a:lvl6pPr>
            <a:lvl7pPr marL="2971800" indent="-228600" eaLnBrk="0" fontAlgn="base" hangingPunct="0">
              <a:lnSpc>
                <a:spcPct val="115000"/>
              </a:lnSpc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Char char="»"/>
              <a:tabLst>
                <a:tab pos="1433513" algn="l"/>
              </a:tabLst>
              <a:defRPr sz="1000">
                <a:solidFill>
                  <a:schemeClr val="accent1"/>
                </a:solidFill>
                <a:latin typeface="Segoe UI" panose="020B0502040204020203" pitchFamily="34" charset="0"/>
                <a:ea typeface="MS PGothic" panose="020B0600070205080204" pitchFamily="34" charset="-128"/>
                <a:cs typeface="Segoe UI" panose="020B0502040204020203" pitchFamily="34" charset="0"/>
              </a:defRPr>
            </a:lvl7pPr>
            <a:lvl8pPr marL="3429000" indent="-228600" eaLnBrk="0" fontAlgn="base" hangingPunct="0">
              <a:lnSpc>
                <a:spcPct val="115000"/>
              </a:lnSpc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Char char="»"/>
              <a:tabLst>
                <a:tab pos="1433513" algn="l"/>
              </a:tabLst>
              <a:defRPr sz="1000">
                <a:solidFill>
                  <a:schemeClr val="accent1"/>
                </a:solidFill>
                <a:latin typeface="Segoe UI" panose="020B0502040204020203" pitchFamily="34" charset="0"/>
                <a:ea typeface="MS PGothic" panose="020B0600070205080204" pitchFamily="34" charset="-128"/>
                <a:cs typeface="Segoe UI" panose="020B0502040204020203" pitchFamily="34" charset="0"/>
              </a:defRPr>
            </a:lvl8pPr>
            <a:lvl9pPr marL="3886200" indent="-228600" eaLnBrk="0" fontAlgn="base" hangingPunct="0">
              <a:lnSpc>
                <a:spcPct val="115000"/>
              </a:lnSpc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Char char="»"/>
              <a:tabLst>
                <a:tab pos="1433513" algn="l"/>
              </a:tabLst>
              <a:defRPr sz="1000">
                <a:solidFill>
                  <a:schemeClr val="accent1"/>
                </a:solidFill>
                <a:latin typeface="Segoe UI" panose="020B0502040204020203" pitchFamily="34" charset="0"/>
                <a:ea typeface="MS PGothic" panose="020B0600070205080204" pitchFamily="34" charset="-128"/>
                <a:cs typeface="Segoe UI" panose="020B0502040204020203" pitchFamily="34" charset="0"/>
              </a:defRPr>
            </a:lvl9pPr>
          </a:lstStyle>
          <a:p>
            <a:pPr>
              <a:lnSpc>
                <a:spcPct val="100000"/>
              </a:lnSpc>
              <a:spcBef>
                <a:spcPct val="0"/>
              </a:spcBef>
              <a:spcAft>
                <a:spcPts val="600"/>
              </a:spcAft>
              <a:buClrTx/>
              <a:buNone/>
              <a:defRPr/>
            </a:pPr>
            <a:r>
              <a:rPr lang="de-DE" altLang="de-DE" sz="1400" dirty="0">
                <a:solidFill>
                  <a:schemeClr val="tx1">
                    <a:lumMod val="85000"/>
                    <a:lumOff val="15000"/>
                  </a:schemeClr>
                </a:solidFill>
                <a:latin typeface="+mj-lt"/>
                <a:cs typeface="Tahoma" panose="020B0604030504040204" pitchFamily="34" charset="0"/>
              </a:rPr>
              <a:t>Summary</a:t>
            </a:r>
          </a:p>
        </p:txBody>
      </p:sp>
      <p:sp>
        <p:nvSpPr>
          <p:cNvPr id="11" name="Rectangle 13">
            <a:extLst>
              <a:ext uri="{FF2B5EF4-FFF2-40B4-BE49-F238E27FC236}">
                <a16:creationId xmlns:a16="http://schemas.microsoft.com/office/drawing/2014/main" id="{F3D78587-7E01-5CB7-EB44-7E181F61EF65}"/>
              </a:ext>
            </a:extLst>
          </p:cNvPr>
          <p:cNvSpPr>
            <a:spLocks noChangeArrowheads="1"/>
          </p:cNvSpPr>
          <p:nvPr/>
        </p:nvSpPr>
        <p:spPr bwMode="auto">
          <a:xfrm>
            <a:off x="3882189" y="972001"/>
            <a:ext cx="7768926" cy="1018726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lIns="0" tIns="0" rIns="0" bIns="0"/>
          <a:lstStyle/>
          <a:p>
            <a:pPr>
              <a:lnSpc>
                <a:spcPct val="90000"/>
              </a:lnSpc>
              <a:spcAft>
                <a:spcPts val="1000"/>
              </a:spcAft>
              <a:buClr>
                <a:schemeClr val="tx1"/>
              </a:buClr>
              <a:tabLst>
                <a:tab pos="1430303" algn="l"/>
                <a:tab pos="4038499" algn="l"/>
                <a:tab pos="6094261" algn="l"/>
                <a:tab pos="7802368" algn="r"/>
                <a:tab pos="7984926" algn="r"/>
              </a:tabLst>
              <a:defRPr/>
            </a:pPr>
            <a:r>
              <a:rPr lang="de-DE" sz="1400" dirty="0">
                <a:solidFill>
                  <a:schemeClr val="tx1">
                    <a:lumMod val="85000"/>
                    <a:lumOff val="15000"/>
                  </a:schemeClr>
                </a:solidFill>
              </a:rPr>
              <a:t> </a:t>
            </a:r>
          </a:p>
        </p:txBody>
      </p:sp>
      <p:sp>
        <p:nvSpPr>
          <p:cNvPr id="12" name="Textplatzhalter 54">
            <a:extLst>
              <a:ext uri="{FF2B5EF4-FFF2-40B4-BE49-F238E27FC236}">
                <a16:creationId xmlns:a16="http://schemas.microsoft.com/office/drawing/2014/main" id="{0367A4D7-421E-62FF-349C-DED1E41E6C82}"/>
              </a:ext>
            </a:extLst>
          </p:cNvPr>
          <p:cNvSpPr txBox="1">
            <a:spLocks/>
          </p:cNvSpPr>
          <p:nvPr/>
        </p:nvSpPr>
        <p:spPr>
          <a:xfrm>
            <a:off x="8045956" y="2606485"/>
            <a:ext cx="2198874" cy="288000"/>
          </a:xfrm>
          <a:prstGeom prst="rect">
            <a:avLst/>
          </a:prstGeom>
          <a:solidFill>
            <a:schemeClr val="bg1">
              <a:lumMod val="95000"/>
            </a:schemeClr>
          </a:solidFill>
        </p:spPr>
        <p:txBody>
          <a:bodyPr anchor="ctr"/>
          <a:lstStyle>
            <a:lvl1pPr marL="270000" indent="-270000" algn="l" defTabSz="914400" rtl="0" eaLnBrk="1" latinLnBrk="0" hangingPunct="1">
              <a:lnSpc>
                <a:spcPts val="2400"/>
              </a:lnSpc>
              <a:spcBef>
                <a:spcPts val="0"/>
              </a:spcBef>
              <a:spcAft>
                <a:spcPts val="1000"/>
              </a:spcAft>
              <a:buClr>
                <a:schemeClr val="accent3"/>
              </a:buClr>
              <a:buFont typeface="Open Sans" panose="020B0606030504020204" pitchFamily="34" charset="0"/>
              <a:buChar char="»"/>
              <a:defRPr sz="1800" kern="1200">
                <a:solidFill>
                  <a:schemeClr val="tx1">
                    <a:lumMod val="85000"/>
                    <a:lumOff val="15000"/>
                  </a:schemeClr>
                </a:solidFill>
                <a:latin typeface="+mn-lt"/>
                <a:ea typeface="+mn-ea"/>
                <a:cs typeface="+mn-cs"/>
              </a:defRPr>
            </a:lvl1pPr>
            <a:lvl2pPr marL="533400" indent="-261938" algn="l" defTabSz="914400" rtl="0" eaLnBrk="1" latinLnBrk="0" hangingPunct="1">
              <a:lnSpc>
                <a:spcPts val="2400"/>
              </a:lnSpc>
              <a:spcBef>
                <a:spcPts val="0"/>
              </a:spcBef>
              <a:spcAft>
                <a:spcPts val="1000"/>
              </a:spcAft>
              <a:buClr>
                <a:schemeClr val="accent3"/>
              </a:buClr>
              <a:buFont typeface="Open Sans" panose="020B0606030504020204" pitchFamily="34" charset="0"/>
              <a:buChar char="»"/>
              <a:defRPr sz="1800" kern="1200">
                <a:solidFill>
                  <a:schemeClr val="tx1">
                    <a:lumMod val="85000"/>
                    <a:lumOff val="15000"/>
                  </a:schemeClr>
                </a:solidFill>
                <a:latin typeface="+mn-lt"/>
                <a:ea typeface="+mn-ea"/>
                <a:cs typeface="+mn-cs"/>
              </a:defRPr>
            </a:lvl2pPr>
            <a:lvl3pPr marL="806450" indent="-273050" algn="l" defTabSz="806450" rtl="0" eaLnBrk="1" latinLnBrk="0" hangingPunct="1">
              <a:lnSpc>
                <a:spcPts val="2400"/>
              </a:lnSpc>
              <a:spcBef>
                <a:spcPts val="0"/>
              </a:spcBef>
              <a:spcAft>
                <a:spcPts val="1000"/>
              </a:spcAft>
              <a:buClr>
                <a:schemeClr val="accent3"/>
              </a:buClr>
              <a:buFont typeface="Open Sans" panose="020B0606030504020204" pitchFamily="34" charset="0"/>
              <a:buChar char="»"/>
              <a:tabLst>
                <a:tab pos="806450" algn="l"/>
              </a:tabLst>
              <a:defRPr sz="1800" kern="1200">
                <a:solidFill>
                  <a:schemeClr val="tx1">
                    <a:lumMod val="85000"/>
                    <a:lumOff val="15000"/>
                  </a:schemeClr>
                </a:solidFill>
                <a:latin typeface="+mn-lt"/>
                <a:ea typeface="+mn-ea"/>
                <a:cs typeface="+mn-cs"/>
              </a:defRPr>
            </a:lvl3pPr>
            <a:lvl4pPr marL="1077913" indent="-271463" algn="l" defTabSz="914400" rtl="0" eaLnBrk="1" latinLnBrk="0" hangingPunct="1">
              <a:lnSpc>
                <a:spcPts val="2400"/>
              </a:lnSpc>
              <a:spcBef>
                <a:spcPts val="0"/>
              </a:spcBef>
              <a:spcAft>
                <a:spcPts val="1000"/>
              </a:spcAft>
              <a:buClr>
                <a:schemeClr val="accent3"/>
              </a:buClr>
              <a:buFont typeface="Open Sans" panose="020B0606030504020204" pitchFamily="34" charset="0"/>
              <a:buChar char="»"/>
              <a:defRPr sz="1800" kern="1200">
                <a:solidFill>
                  <a:schemeClr val="tx1">
                    <a:lumMod val="85000"/>
                    <a:lumOff val="15000"/>
                  </a:schemeClr>
                </a:solidFill>
                <a:latin typeface="+mn-lt"/>
                <a:ea typeface="+mn-ea"/>
                <a:cs typeface="+mn-cs"/>
              </a:defRPr>
            </a:lvl4pPr>
            <a:lvl5pPr marL="1349375" indent="-271463" algn="l" defTabSz="914400" rtl="0" eaLnBrk="1" latinLnBrk="0" hangingPunct="1">
              <a:lnSpc>
                <a:spcPts val="2400"/>
              </a:lnSpc>
              <a:spcBef>
                <a:spcPts val="0"/>
              </a:spcBef>
              <a:spcAft>
                <a:spcPts val="1000"/>
              </a:spcAft>
              <a:buClr>
                <a:schemeClr val="accent3"/>
              </a:buClr>
              <a:buFont typeface="Open Sans" panose="020B0606030504020204" pitchFamily="34" charset="0"/>
              <a:buChar char="»"/>
              <a:defRPr sz="1800" kern="1200">
                <a:solidFill>
                  <a:schemeClr val="tx1">
                    <a:lumMod val="85000"/>
                    <a:lumOff val="15000"/>
                  </a:schemeClr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spcBef>
                <a:spcPct val="200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spcBef>
                <a:spcPct val="200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spcBef>
                <a:spcPct val="200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spcBef>
                <a:spcPct val="200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lnSpc>
                <a:spcPct val="100000"/>
              </a:lnSpc>
              <a:buNone/>
            </a:pPr>
            <a:r>
              <a:rPr lang="de-DE" sz="1200" b="1" dirty="0">
                <a:solidFill>
                  <a:schemeClr val="accent1"/>
                </a:solidFill>
                <a:latin typeface="+mj-lt"/>
                <a:cs typeface="Tahoma" panose="020B0604030504040204" pitchFamily="34" charset="0"/>
              </a:rPr>
              <a:t>Ausbildung / Karriere</a:t>
            </a:r>
          </a:p>
        </p:txBody>
      </p:sp>
      <p:sp>
        <p:nvSpPr>
          <p:cNvPr id="13" name="Textplatzhalter 54">
            <a:extLst>
              <a:ext uri="{FF2B5EF4-FFF2-40B4-BE49-F238E27FC236}">
                <a16:creationId xmlns:a16="http://schemas.microsoft.com/office/drawing/2014/main" id="{09C45077-CCDA-C351-5275-646406BE0341}"/>
              </a:ext>
            </a:extLst>
          </p:cNvPr>
          <p:cNvSpPr txBox="1">
            <a:spLocks/>
          </p:cNvSpPr>
          <p:nvPr/>
        </p:nvSpPr>
        <p:spPr>
          <a:xfrm>
            <a:off x="4157044" y="2606485"/>
            <a:ext cx="2773083" cy="288000"/>
          </a:xfrm>
          <a:prstGeom prst="rect">
            <a:avLst/>
          </a:prstGeom>
          <a:solidFill>
            <a:schemeClr val="bg1">
              <a:lumMod val="95000"/>
            </a:schemeClr>
          </a:solidFill>
        </p:spPr>
        <p:txBody>
          <a:bodyPr anchor="ctr"/>
          <a:lstStyle>
            <a:lvl1pPr marL="270000" indent="-270000" algn="l" defTabSz="914400" rtl="0" eaLnBrk="1" latinLnBrk="0" hangingPunct="1">
              <a:lnSpc>
                <a:spcPts val="2400"/>
              </a:lnSpc>
              <a:spcBef>
                <a:spcPts val="0"/>
              </a:spcBef>
              <a:spcAft>
                <a:spcPts val="1000"/>
              </a:spcAft>
              <a:buClr>
                <a:schemeClr val="accent3"/>
              </a:buClr>
              <a:buFont typeface="Open Sans" panose="020B0606030504020204" pitchFamily="34" charset="0"/>
              <a:buChar char="»"/>
              <a:defRPr sz="1800" kern="1200">
                <a:solidFill>
                  <a:schemeClr val="tx1">
                    <a:lumMod val="85000"/>
                    <a:lumOff val="15000"/>
                  </a:schemeClr>
                </a:solidFill>
                <a:latin typeface="+mn-lt"/>
                <a:ea typeface="+mn-ea"/>
                <a:cs typeface="+mn-cs"/>
              </a:defRPr>
            </a:lvl1pPr>
            <a:lvl2pPr marL="533400" indent="-261938" algn="l" defTabSz="914400" rtl="0" eaLnBrk="1" latinLnBrk="0" hangingPunct="1">
              <a:lnSpc>
                <a:spcPts val="2400"/>
              </a:lnSpc>
              <a:spcBef>
                <a:spcPts val="0"/>
              </a:spcBef>
              <a:spcAft>
                <a:spcPts val="1000"/>
              </a:spcAft>
              <a:buClr>
                <a:schemeClr val="accent3"/>
              </a:buClr>
              <a:buFont typeface="Open Sans" panose="020B0606030504020204" pitchFamily="34" charset="0"/>
              <a:buChar char="»"/>
              <a:defRPr sz="1800" kern="1200">
                <a:solidFill>
                  <a:schemeClr val="tx1">
                    <a:lumMod val="85000"/>
                    <a:lumOff val="15000"/>
                  </a:schemeClr>
                </a:solidFill>
                <a:latin typeface="+mn-lt"/>
                <a:ea typeface="+mn-ea"/>
                <a:cs typeface="+mn-cs"/>
              </a:defRPr>
            </a:lvl2pPr>
            <a:lvl3pPr marL="806450" indent="-273050" algn="l" defTabSz="806450" rtl="0" eaLnBrk="1" latinLnBrk="0" hangingPunct="1">
              <a:lnSpc>
                <a:spcPts val="2400"/>
              </a:lnSpc>
              <a:spcBef>
                <a:spcPts val="0"/>
              </a:spcBef>
              <a:spcAft>
                <a:spcPts val="1000"/>
              </a:spcAft>
              <a:buClr>
                <a:schemeClr val="accent3"/>
              </a:buClr>
              <a:buFont typeface="Open Sans" panose="020B0606030504020204" pitchFamily="34" charset="0"/>
              <a:buChar char="»"/>
              <a:tabLst>
                <a:tab pos="806450" algn="l"/>
              </a:tabLst>
              <a:defRPr sz="1800" kern="1200">
                <a:solidFill>
                  <a:schemeClr val="tx1">
                    <a:lumMod val="85000"/>
                    <a:lumOff val="15000"/>
                  </a:schemeClr>
                </a:solidFill>
                <a:latin typeface="+mn-lt"/>
                <a:ea typeface="+mn-ea"/>
                <a:cs typeface="+mn-cs"/>
              </a:defRPr>
            </a:lvl3pPr>
            <a:lvl4pPr marL="1077913" indent="-271463" algn="l" defTabSz="914400" rtl="0" eaLnBrk="1" latinLnBrk="0" hangingPunct="1">
              <a:lnSpc>
                <a:spcPts val="2400"/>
              </a:lnSpc>
              <a:spcBef>
                <a:spcPts val="0"/>
              </a:spcBef>
              <a:spcAft>
                <a:spcPts val="1000"/>
              </a:spcAft>
              <a:buClr>
                <a:schemeClr val="accent3"/>
              </a:buClr>
              <a:buFont typeface="Open Sans" panose="020B0606030504020204" pitchFamily="34" charset="0"/>
              <a:buChar char="»"/>
              <a:defRPr sz="1800" kern="1200">
                <a:solidFill>
                  <a:schemeClr val="tx1">
                    <a:lumMod val="85000"/>
                    <a:lumOff val="15000"/>
                  </a:schemeClr>
                </a:solidFill>
                <a:latin typeface="+mn-lt"/>
                <a:ea typeface="+mn-ea"/>
                <a:cs typeface="+mn-cs"/>
              </a:defRPr>
            </a:lvl4pPr>
            <a:lvl5pPr marL="1349375" indent="-271463" algn="l" defTabSz="914400" rtl="0" eaLnBrk="1" latinLnBrk="0" hangingPunct="1">
              <a:lnSpc>
                <a:spcPts val="2400"/>
              </a:lnSpc>
              <a:spcBef>
                <a:spcPts val="0"/>
              </a:spcBef>
              <a:spcAft>
                <a:spcPts val="1000"/>
              </a:spcAft>
              <a:buClr>
                <a:schemeClr val="accent3"/>
              </a:buClr>
              <a:buFont typeface="Open Sans" panose="020B0606030504020204" pitchFamily="34" charset="0"/>
              <a:buChar char="»"/>
              <a:defRPr sz="1800" kern="1200">
                <a:solidFill>
                  <a:schemeClr val="tx1">
                    <a:lumMod val="85000"/>
                    <a:lumOff val="15000"/>
                  </a:schemeClr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spcBef>
                <a:spcPct val="200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spcBef>
                <a:spcPct val="200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spcBef>
                <a:spcPct val="200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spcBef>
                <a:spcPct val="200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lnSpc>
                <a:spcPct val="100000"/>
              </a:lnSpc>
              <a:buNone/>
            </a:pPr>
            <a:r>
              <a:rPr lang="en-US" sz="1200" b="1" dirty="0" err="1">
                <a:solidFill>
                  <a:schemeClr val="accent1"/>
                </a:solidFill>
                <a:latin typeface="+mj-lt"/>
                <a:cs typeface="Tahoma" panose="020B0604030504040204" pitchFamily="34" charset="0"/>
              </a:rPr>
              <a:t>Relevante</a:t>
            </a:r>
            <a:r>
              <a:rPr lang="en-US" sz="1200" b="1" dirty="0">
                <a:solidFill>
                  <a:schemeClr val="accent1"/>
                </a:solidFill>
                <a:latin typeface="+mj-lt"/>
                <a:cs typeface="Tahoma" panose="020B0604030504040204" pitchFamily="34" charset="0"/>
              </a:rPr>
              <a:t> </a:t>
            </a:r>
            <a:r>
              <a:rPr lang="en-US" sz="1200" b="1" dirty="0" err="1">
                <a:solidFill>
                  <a:schemeClr val="accent1"/>
                </a:solidFill>
                <a:latin typeface="+mj-lt"/>
                <a:cs typeface="Tahoma" panose="020B0604030504040204" pitchFamily="34" charset="0"/>
              </a:rPr>
              <a:t>Erfahrungen</a:t>
            </a:r>
            <a:r>
              <a:rPr lang="en-US" sz="1200" b="1" dirty="0">
                <a:solidFill>
                  <a:schemeClr val="accent1"/>
                </a:solidFill>
                <a:latin typeface="+mj-lt"/>
                <a:cs typeface="Tahoma" panose="020B0604030504040204" pitchFamily="34" charset="0"/>
              </a:rPr>
              <a:t> / Projekte</a:t>
            </a:r>
            <a:endParaRPr lang="de-DE" sz="1200" b="1" dirty="0">
              <a:solidFill>
                <a:schemeClr val="accent1"/>
              </a:solidFill>
              <a:latin typeface="+mj-lt"/>
              <a:cs typeface="Tahoma" panose="020B0604030504040204" pitchFamily="34" charset="0"/>
            </a:endParaRPr>
          </a:p>
        </p:txBody>
      </p:sp>
      <p:sp>
        <p:nvSpPr>
          <p:cNvPr id="14" name="Textplatzhalter 54">
            <a:extLst>
              <a:ext uri="{FF2B5EF4-FFF2-40B4-BE49-F238E27FC236}">
                <a16:creationId xmlns:a16="http://schemas.microsoft.com/office/drawing/2014/main" id="{88F7EA42-E0D2-892D-7C76-F1938AA1B2E4}"/>
              </a:ext>
            </a:extLst>
          </p:cNvPr>
          <p:cNvSpPr txBox="1">
            <a:spLocks/>
          </p:cNvSpPr>
          <p:nvPr/>
        </p:nvSpPr>
        <p:spPr>
          <a:xfrm>
            <a:off x="647403" y="2650668"/>
            <a:ext cx="1660923" cy="288000"/>
          </a:xfrm>
          <a:prstGeom prst="rect">
            <a:avLst/>
          </a:prstGeom>
          <a:solidFill>
            <a:schemeClr val="bg1">
              <a:lumMod val="95000"/>
            </a:schemeClr>
          </a:solidFill>
        </p:spPr>
        <p:txBody>
          <a:bodyPr anchor="ctr"/>
          <a:lstStyle>
            <a:lvl1pPr marL="270000" indent="-270000" algn="l" defTabSz="914400" rtl="0" eaLnBrk="1" latinLnBrk="0" hangingPunct="1">
              <a:lnSpc>
                <a:spcPts val="2400"/>
              </a:lnSpc>
              <a:spcBef>
                <a:spcPts val="0"/>
              </a:spcBef>
              <a:spcAft>
                <a:spcPts val="1000"/>
              </a:spcAft>
              <a:buClr>
                <a:schemeClr val="accent3"/>
              </a:buClr>
              <a:buFont typeface="Open Sans" panose="020B0606030504020204" pitchFamily="34" charset="0"/>
              <a:buChar char="»"/>
              <a:defRPr sz="1800" kern="1200">
                <a:solidFill>
                  <a:schemeClr val="tx1">
                    <a:lumMod val="85000"/>
                    <a:lumOff val="15000"/>
                  </a:schemeClr>
                </a:solidFill>
                <a:latin typeface="+mn-lt"/>
                <a:ea typeface="+mn-ea"/>
                <a:cs typeface="+mn-cs"/>
              </a:defRPr>
            </a:lvl1pPr>
            <a:lvl2pPr marL="533400" indent="-261938" algn="l" defTabSz="914400" rtl="0" eaLnBrk="1" latinLnBrk="0" hangingPunct="1">
              <a:lnSpc>
                <a:spcPts val="2400"/>
              </a:lnSpc>
              <a:spcBef>
                <a:spcPts val="0"/>
              </a:spcBef>
              <a:spcAft>
                <a:spcPts val="1000"/>
              </a:spcAft>
              <a:buClr>
                <a:schemeClr val="accent3"/>
              </a:buClr>
              <a:buFont typeface="Open Sans" panose="020B0606030504020204" pitchFamily="34" charset="0"/>
              <a:buChar char="»"/>
              <a:defRPr sz="1800" kern="1200">
                <a:solidFill>
                  <a:schemeClr val="tx1">
                    <a:lumMod val="85000"/>
                    <a:lumOff val="15000"/>
                  </a:schemeClr>
                </a:solidFill>
                <a:latin typeface="+mn-lt"/>
                <a:ea typeface="+mn-ea"/>
                <a:cs typeface="+mn-cs"/>
              </a:defRPr>
            </a:lvl2pPr>
            <a:lvl3pPr marL="806450" indent="-273050" algn="l" defTabSz="806450" rtl="0" eaLnBrk="1" latinLnBrk="0" hangingPunct="1">
              <a:lnSpc>
                <a:spcPts val="2400"/>
              </a:lnSpc>
              <a:spcBef>
                <a:spcPts val="0"/>
              </a:spcBef>
              <a:spcAft>
                <a:spcPts val="1000"/>
              </a:spcAft>
              <a:buClr>
                <a:schemeClr val="accent3"/>
              </a:buClr>
              <a:buFont typeface="Open Sans" panose="020B0606030504020204" pitchFamily="34" charset="0"/>
              <a:buChar char="»"/>
              <a:tabLst>
                <a:tab pos="806450" algn="l"/>
              </a:tabLst>
              <a:defRPr sz="1800" kern="1200">
                <a:solidFill>
                  <a:schemeClr val="tx1">
                    <a:lumMod val="85000"/>
                    <a:lumOff val="15000"/>
                  </a:schemeClr>
                </a:solidFill>
                <a:latin typeface="+mn-lt"/>
                <a:ea typeface="+mn-ea"/>
                <a:cs typeface="+mn-cs"/>
              </a:defRPr>
            </a:lvl3pPr>
            <a:lvl4pPr marL="1077913" indent="-271463" algn="l" defTabSz="914400" rtl="0" eaLnBrk="1" latinLnBrk="0" hangingPunct="1">
              <a:lnSpc>
                <a:spcPts val="2400"/>
              </a:lnSpc>
              <a:spcBef>
                <a:spcPts val="0"/>
              </a:spcBef>
              <a:spcAft>
                <a:spcPts val="1000"/>
              </a:spcAft>
              <a:buClr>
                <a:schemeClr val="accent3"/>
              </a:buClr>
              <a:buFont typeface="Open Sans" panose="020B0606030504020204" pitchFamily="34" charset="0"/>
              <a:buChar char="»"/>
              <a:defRPr sz="1800" kern="1200">
                <a:solidFill>
                  <a:schemeClr val="tx1">
                    <a:lumMod val="85000"/>
                    <a:lumOff val="15000"/>
                  </a:schemeClr>
                </a:solidFill>
                <a:latin typeface="+mn-lt"/>
                <a:ea typeface="+mn-ea"/>
                <a:cs typeface="+mn-cs"/>
              </a:defRPr>
            </a:lvl4pPr>
            <a:lvl5pPr marL="1349375" indent="-271463" algn="l" defTabSz="914400" rtl="0" eaLnBrk="1" latinLnBrk="0" hangingPunct="1">
              <a:lnSpc>
                <a:spcPts val="2400"/>
              </a:lnSpc>
              <a:spcBef>
                <a:spcPts val="0"/>
              </a:spcBef>
              <a:spcAft>
                <a:spcPts val="1000"/>
              </a:spcAft>
              <a:buClr>
                <a:schemeClr val="accent3"/>
              </a:buClr>
              <a:buFont typeface="Open Sans" panose="020B0606030504020204" pitchFamily="34" charset="0"/>
              <a:buChar char="»"/>
              <a:defRPr sz="1800" kern="1200">
                <a:solidFill>
                  <a:schemeClr val="tx1">
                    <a:lumMod val="85000"/>
                    <a:lumOff val="15000"/>
                  </a:schemeClr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spcBef>
                <a:spcPct val="200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spcBef>
                <a:spcPct val="200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spcBef>
                <a:spcPct val="200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spcBef>
                <a:spcPct val="200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lnSpc>
                <a:spcPct val="100000"/>
              </a:lnSpc>
              <a:buNone/>
            </a:pPr>
            <a:r>
              <a:rPr lang="de-DE" sz="1200" b="1" dirty="0">
                <a:solidFill>
                  <a:schemeClr val="accent1"/>
                </a:solidFill>
                <a:latin typeface="+mj-lt"/>
                <a:cs typeface="Tahoma" panose="020B0604030504040204" pitchFamily="34" charset="0"/>
              </a:rPr>
              <a:t>Kompetenzen</a:t>
            </a:r>
          </a:p>
        </p:txBody>
      </p:sp>
      <p:sp>
        <p:nvSpPr>
          <p:cNvPr id="15" name="Textplatzhalter 54">
            <a:extLst>
              <a:ext uri="{FF2B5EF4-FFF2-40B4-BE49-F238E27FC236}">
                <a16:creationId xmlns:a16="http://schemas.microsoft.com/office/drawing/2014/main" id="{A2C3FFFD-2D88-BBEE-3EB5-E57B7AE8BA94}"/>
              </a:ext>
            </a:extLst>
          </p:cNvPr>
          <p:cNvSpPr txBox="1">
            <a:spLocks/>
          </p:cNvSpPr>
          <p:nvPr/>
        </p:nvSpPr>
        <p:spPr>
          <a:xfrm>
            <a:off x="8094724" y="4370318"/>
            <a:ext cx="2010560" cy="288000"/>
          </a:xfrm>
          <a:prstGeom prst="rect">
            <a:avLst/>
          </a:prstGeom>
          <a:solidFill>
            <a:schemeClr val="bg1">
              <a:lumMod val="95000"/>
            </a:schemeClr>
          </a:solidFill>
        </p:spPr>
        <p:txBody>
          <a:bodyPr anchor="ctr"/>
          <a:lstStyle>
            <a:lvl1pPr marL="270000" indent="-270000" algn="l" defTabSz="914400" rtl="0" eaLnBrk="1" latinLnBrk="0" hangingPunct="1">
              <a:lnSpc>
                <a:spcPts val="2400"/>
              </a:lnSpc>
              <a:spcBef>
                <a:spcPts val="0"/>
              </a:spcBef>
              <a:spcAft>
                <a:spcPts val="1000"/>
              </a:spcAft>
              <a:buClr>
                <a:schemeClr val="accent3"/>
              </a:buClr>
              <a:buFont typeface="Open Sans" panose="020B0606030504020204" pitchFamily="34" charset="0"/>
              <a:buChar char="»"/>
              <a:defRPr sz="1800" kern="1200">
                <a:solidFill>
                  <a:schemeClr val="tx1">
                    <a:lumMod val="85000"/>
                    <a:lumOff val="15000"/>
                  </a:schemeClr>
                </a:solidFill>
                <a:latin typeface="+mn-lt"/>
                <a:ea typeface="+mn-ea"/>
                <a:cs typeface="+mn-cs"/>
              </a:defRPr>
            </a:lvl1pPr>
            <a:lvl2pPr marL="533400" indent="-261938" algn="l" defTabSz="914400" rtl="0" eaLnBrk="1" latinLnBrk="0" hangingPunct="1">
              <a:lnSpc>
                <a:spcPts val="2400"/>
              </a:lnSpc>
              <a:spcBef>
                <a:spcPts val="0"/>
              </a:spcBef>
              <a:spcAft>
                <a:spcPts val="1000"/>
              </a:spcAft>
              <a:buClr>
                <a:schemeClr val="accent3"/>
              </a:buClr>
              <a:buFont typeface="Open Sans" panose="020B0606030504020204" pitchFamily="34" charset="0"/>
              <a:buChar char="»"/>
              <a:defRPr sz="1800" kern="1200">
                <a:solidFill>
                  <a:schemeClr val="tx1">
                    <a:lumMod val="85000"/>
                    <a:lumOff val="15000"/>
                  </a:schemeClr>
                </a:solidFill>
                <a:latin typeface="+mn-lt"/>
                <a:ea typeface="+mn-ea"/>
                <a:cs typeface="+mn-cs"/>
              </a:defRPr>
            </a:lvl2pPr>
            <a:lvl3pPr marL="806450" indent="-273050" algn="l" defTabSz="806450" rtl="0" eaLnBrk="1" latinLnBrk="0" hangingPunct="1">
              <a:lnSpc>
                <a:spcPts val="2400"/>
              </a:lnSpc>
              <a:spcBef>
                <a:spcPts val="0"/>
              </a:spcBef>
              <a:spcAft>
                <a:spcPts val="1000"/>
              </a:spcAft>
              <a:buClr>
                <a:schemeClr val="accent3"/>
              </a:buClr>
              <a:buFont typeface="Open Sans" panose="020B0606030504020204" pitchFamily="34" charset="0"/>
              <a:buChar char="»"/>
              <a:tabLst>
                <a:tab pos="806450" algn="l"/>
              </a:tabLst>
              <a:defRPr sz="1800" kern="1200">
                <a:solidFill>
                  <a:schemeClr val="tx1">
                    <a:lumMod val="85000"/>
                    <a:lumOff val="15000"/>
                  </a:schemeClr>
                </a:solidFill>
                <a:latin typeface="+mn-lt"/>
                <a:ea typeface="+mn-ea"/>
                <a:cs typeface="+mn-cs"/>
              </a:defRPr>
            </a:lvl3pPr>
            <a:lvl4pPr marL="1077913" indent="-271463" algn="l" defTabSz="914400" rtl="0" eaLnBrk="1" latinLnBrk="0" hangingPunct="1">
              <a:lnSpc>
                <a:spcPts val="2400"/>
              </a:lnSpc>
              <a:spcBef>
                <a:spcPts val="0"/>
              </a:spcBef>
              <a:spcAft>
                <a:spcPts val="1000"/>
              </a:spcAft>
              <a:buClr>
                <a:schemeClr val="accent3"/>
              </a:buClr>
              <a:buFont typeface="Open Sans" panose="020B0606030504020204" pitchFamily="34" charset="0"/>
              <a:buChar char="»"/>
              <a:defRPr sz="1800" kern="1200">
                <a:solidFill>
                  <a:schemeClr val="tx1">
                    <a:lumMod val="85000"/>
                    <a:lumOff val="15000"/>
                  </a:schemeClr>
                </a:solidFill>
                <a:latin typeface="+mn-lt"/>
                <a:ea typeface="+mn-ea"/>
                <a:cs typeface="+mn-cs"/>
              </a:defRPr>
            </a:lvl4pPr>
            <a:lvl5pPr marL="1349375" indent="-271463" algn="l" defTabSz="914400" rtl="0" eaLnBrk="1" latinLnBrk="0" hangingPunct="1">
              <a:lnSpc>
                <a:spcPts val="2400"/>
              </a:lnSpc>
              <a:spcBef>
                <a:spcPts val="0"/>
              </a:spcBef>
              <a:spcAft>
                <a:spcPts val="1000"/>
              </a:spcAft>
              <a:buClr>
                <a:schemeClr val="accent3"/>
              </a:buClr>
              <a:buFont typeface="Open Sans" panose="020B0606030504020204" pitchFamily="34" charset="0"/>
              <a:buChar char="»"/>
              <a:defRPr sz="1800" kern="1200">
                <a:solidFill>
                  <a:schemeClr val="tx1">
                    <a:lumMod val="85000"/>
                    <a:lumOff val="15000"/>
                  </a:schemeClr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spcBef>
                <a:spcPct val="200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spcBef>
                <a:spcPct val="200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spcBef>
                <a:spcPct val="200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spcBef>
                <a:spcPct val="200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lnSpc>
                <a:spcPct val="100000"/>
              </a:lnSpc>
              <a:buNone/>
            </a:pPr>
            <a:r>
              <a:rPr lang="de-DE" altLang="de-DE" sz="1200" b="1" dirty="0">
                <a:solidFill>
                  <a:schemeClr val="accent1"/>
                </a:solidFill>
                <a:latin typeface="+mj-lt"/>
                <a:cs typeface="Tahoma" panose="020B0604030504040204" pitchFamily="34" charset="0"/>
              </a:rPr>
              <a:t>Abschluss / Zertifikate</a:t>
            </a:r>
          </a:p>
        </p:txBody>
      </p:sp>
      <p:sp>
        <p:nvSpPr>
          <p:cNvPr id="16" name="Rectangle 13">
            <a:extLst>
              <a:ext uri="{FF2B5EF4-FFF2-40B4-BE49-F238E27FC236}">
                <a16:creationId xmlns:a16="http://schemas.microsoft.com/office/drawing/2014/main" id="{A02322E2-FFEE-058D-A4A2-DD7834A21848}"/>
              </a:ext>
            </a:extLst>
          </p:cNvPr>
          <p:cNvSpPr>
            <a:spLocks noChangeArrowheads="1"/>
          </p:cNvSpPr>
          <p:nvPr/>
        </p:nvSpPr>
        <p:spPr bwMode="auto">
          <a:xfrm>
            <a:off x="3727239" y="970730"/>
            <a:ext cx="5743933" cy="342141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lIns="0" tIns="0" rIns="0" bIns="0"/>
          <a:lstStyle/>
          <a:p>
            <a:pPr>
              <a:buClr>
                <a:srgbClr val="284E64"/>
              </a:buClr>
              <a:tabLst>
                <a:tab pos="1072754" algn="l"/>
                <a:tab pos="3028950" algn="l"/>
                <a:tab pos="4570810" algn="l"/>
                <a:tab pos="5851922" algn="r"/>
                <a:tab pos="5988844" algn="r"/>
              </a:tabLst>
              <a:defRPr/>
            </a:pPr>
            <a:r>
              <a:rPr lang="de-DE" sz="1000" dirty="0">
                <a:solidFill>
                  <a:schemeClr val="tx1">
                    <a:lumMod val="85000"/>
                    <a:lumOff val="15000"/>
                  </a:schemeClr>
                </a:solidFill>
              </a:rPr>
              <a:t>Consultant </a:t>
            </a:r>
          </a:p>
        </p:txBody>
      </p:sp>
      <p:sp>
        <p:nvSpPr>
          <p:cNvPr id="17" name="Rectangle 13">
            <a:extLst>
              <a:ext uri="{FF2B5EF4-FFF2-40B4-BE49-F238E27FC236}">
                <a16:creationId xmlns:a16="http://schemas.microsoft.com/office/drawing/2014/main" id="{33F08E46-8A87-AA74-DC62-634BEC65B182}"/>
              </a:ext>
            </a:extLst>
          </p:cNvPr>
          <p:cNvSpPr>
            <a:spLocks noChangeArrowheads="1"/>
          </p:cNvSpPr>
          <p:nvPr/>
        </p:nvSpPr>
        <p:spPr bwMode="auto">
          <a:xfrm>
            <a:off x="3727239" y="1291395"/>
            <a:ext cx="5743933" cy="200261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lIns="0" tIns="0" rIns="0" bIns="0"/>
          <a:lstStyle/>
          <a:p>
            <a:pPr>
              <a:buClr>
                <a:srgbClr val="284E64"/>
              </a:buClr>
              <a:tabLst>
                <a:tab pos="1072754" algn="l"/>
                <a:tab pos="3028950" algn="l"/>
                <a:tab pos="4570810" algn="l"/>
                <a:tab pos="5851922" algn="r"/>
                <a:tab pos="5988844" algn="r"/>
              </a:tabLst>
              <a:defRPr/>
            </a:pPr>
            <a:r>
              <a:rPr lang="en-US" sz="1000" dirty="0" err="1"/>
              <a:t>Funknetzplanung</a:t>
            </a:r>
            <a:r>
              <a:rPr lang="en-US" sz="1000" dirty="0"/>
              <a:t>, </a:t>
            </a:r>
            <a:r>
              <a:rPr lang="en-US" sz="1000" dirty="0" err="1"/>
              <a:t>Optimierung</a:t>
            </a:r>
            <a:r>
              <a:rPr lang="en-US" sz="1000" dirty="0"/>
              <a:t> und Deployment</a:t>
            </a:r>
            <a:endParaRPr lang="de-DE" sz="1000" dirty="0">
              <a:solidFill>
                <a:schemeClr val="tx1">
                  <a:lumMod val="85000"/>
                  <a:lumOff val="15000"/>
                </a:schemeClr>
              </a:solidFill>
            </a:endParaRPr>
          </a:p>
        </p:txBody>
      </p:sp>
      <p:sp>
        <p:nvSpPr>
          <p:cNvPr id="18" name="Textfeld 37">
            <a:extLst>
              <a:ext uri="{FF2B5EF4-FFF2-40B4-BE49-F238E27FC236}">
                <a16:creationId xmlns:a16="http://schemas.microsoft.com/office/drawing/2014/main" id="{2D7E7ECB-F50D-1B75-7424-F3EEE9CF303C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3727239" y="1590943"/>
            <a:ext cx="7329549" cy="87286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 lIns="0" tIns="0" rIns="0" bIns="0">
            <a:spAutoFit/>
          </a:bodyPr>
          <a:lstStyle>
            <a:lvl1pPr>
              <a:lnSpc>
                <a:spcPct val="115000"/>
              </a:lnSpc>
              <a:spcBef>
                <a:spcPct val="20000"/>
              </a:spcBef>
              <a:buClr>
                <a:schemeClr val="tx1"/>
              </a:buClr>
              <a:buFont typeface="Wingdings" panose="05000000000000000000" pitchFamily="2" charset="2"/>
              <a:buChar char="§"/>
              <a:tabLst>
                <a:tab pos="1433513" algn="l"/>
              </a:tabLst>
              <a:defRPr>
                <a:solidFill>
                  <a:schemeClr val="accent1"/>
                </a:solidFill>
                <a:latin typeface="Segoe UI" panose="020B0502040204020203" pitchFamily="34" charset="0"/>
                <a:ea typeface="MS PGothic" panose="020B0600070205080204" pitchFamily="34" charset="-128"/>
                <a:cs typeface="Segoe UI" panose="020B0502040204020203" pitchFamily="34" charset="0"/>
              </a:defRPr>
            </a:lvl1pPr>
            <a:lvl2pPr marL="742950" indent="-285750">
              <a:lnSpc>
                <a:spcPct val="115000"/>
              </a:lnSpc>
              <a:spcBef>
                <a:spcPct val="20000"/>
              </a:spcBef>
              <a:buClr>
                <a:schemeClr val="tx1"/>
              </a:buClr>
              <a:buChar char="–"/>
              <a:tabLst>
                <a:tab pos="1433513" algn="l"/>
              </a:tabLst>
              <a:defRPr sz="1600">
                <a:solidFill>
                  <a:schemeClr val="accent1"/>
                </a:solidFill>
                <a:latin typeface="Segoe UI" panose="020B0502040204020203" pitchFamily="34" charset="0"/>
                <a:ea typeface="MS PGothic" panose="020B0600070205080204" pitchFamily="34" charset="-128"/>
                <a:cs typeface="Segoe UI" panose="020B0502040204020203" pitchFamily="34" charset="0"/>
              </a:defRPr>
            </a:lvl2pPr>
            <a:lvl3pPr marL="1143000" indent="-228600">
              <a:lnSpc>
                <a:spcPct val="115000"/>
              </a:lnSpc>
              <a:spcBef>
                <a:spcPct val="20000"/>
              </a:spcBef>
              <a:buClr>
                <a:schemeClr val="tx1"/>
              </a:buClr>
              <a:buFont typeface="Wingdings" panose="05000000000000000000" pitchFamily="2" charset="2"/>
              <a:buChar char="§"/>
              <a:tabLst>
                <a:tab pos="1433513" algn="l"/>
              </a:tabLst>
              <a:defRPr sz="1400">
                <a:solidFill>
                  <a:schemeClr val="accent1"/>
                </a:solidFill>
                <a:latin typeface="Segoe UI" panose="020B0502040204020203" pitchFamily="34" charset="0"/>
                <a:ea typeface="MS PGothic" panose="020B0600070205080204" pitchFamily="34" charset="-128"/>
                <a:cs typeface="Segoe UI" panose="020B0502040204020203" pitchFamily="34" charset="0"/>
              </a:defRPr>
            </a:lvl3pPr>
            <a:lvl4pPr marL="1600200" indent="-228600">
              <a:lnSpc>
                <a:spcPct val="115000"/>
              </a:lnSpc>
              <a:spcBef>
                <a:spcPct val="20000"/>
              </a:spcBef>
              <a:buClr>
                <a:schemeClr val="tx1"/>
              </a:buClr>
              <a:buChar char="–"/>
              <a:tabLst>
                <a:tab pos="1433513" algn="l"/>
              </a:tabLst>
              <a:defRPr sz="1000">
                <a:solidFill>
                  <a:schemeClr val="accent1"/>
                </a:solidFill>
                <a:latin typeface="Segoe UI" panose="020B0502040204020203" pitchFamily="34" charset="0"/>
                <a:ea typeface="MS PGothic" panose="020B0600070205080204" pitchFamily="34" charset="-128"/>
                <a:cs typeface="Segoe UI" panose="020B0502040204020203" pitchFamily="34" charset="0"/>
              </a:defRPr>
            </a:lvl4pPr>
            <a:lvl5pPr marL="2057400" indent="-228600">
              <a:lnSpc>
                <a:spcPct val="115000"/>
              </a:lnSpc>
              <a:spcBef>
                <a:spcPct val="20000"/>
              </a:spcBef>
              <a:buClr>
                <a:schemeClr val="accent2"/>
              </a:buClr>
              <a:buChar char="»"/>
              <a:tabLst>
                <a:tab pos="1433513" algn="l"/>
              </a:tabLst>
              <a:defRPr sz="1000">
                <a:solidFill>
                  <a:schemeClr val="accent1"/>
                </a:solidFill>
                <a:latin typeface="Segoe UI" panose="020B0502040204020203" pitchFamily="34" charset="0"/>
                <a:ea typeface="MS PGothic" panose="020B0600070205080204" pitchFamily="34" charset="-128"/>
                <a:cs typeface="Segoe UI" panose="020B0502040204020203" pitchFamily="34" charset="0"/>
              </a:defRPr>
            </a:lvl5pPr>
            <a:lvl6pPr marL="2514600" indent="-228600" eaLnBrk="0" fontAlgn="base" hangingPunct="0">
              <a:lnSpc>
                <a:spcPct val="115000"/>
              </a:lnSpc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Char char="»"/>
              <a:tabLst>
                <a:tab pos="1433513" algn="l"/>
              </a:tabLst>
              <a:defRPr sz="1000">
                <a:solidFill>
                  <a:schemeClr val="accent1"/>
                </a:solidFill>
                <a:latin typeface="Segoe UI" panose="020B0502040204020203" pitchFamily="34" charset="0"/>
                <a:ea typeface="MS PGothic" panose="020B0600070205080204" pitchFamily="34" charset="-128"/>
                <a:cs typeface="Segoe UI" panose="020B0502040204020203" pitchFamily="34" charset="0"/>
              </a:defRPr>
            </a:lvl6pPr>
            <a:lvl7pPr marL="2971800" indent="-228600" eaLnBrk="0" fontAlgn="base" hangingPunct="0">
              <a:lnSpc>
                <a:spcPct val="115000"/>
              </a:lnSpc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Char char="»"/>
              <a:tabLst>
                <a:tab pos="1433513" algn="l"/>
              </a:tabLst>
              <a:defRPr sz="1000">
                <a:solidFill>
                  <a:schemeClr val="accent1"/>
                </a:solidFill>
                <a:latin typeface="Segoe UI" panose="020B0502040204020203" pitchFamily="34" charset="0"/>
                <a:ea typeface="MS PGothic" panose="020B0600070205080204" pitchFamily="34" charset="-128"/>
                <a:cs typeface="Segoe UI" panose="020B0502040204020203" pitchFamily="34" charset="0"/>
              </a:defRPr>
            </a:lvl7pPr>
            <a:lvl8pPr marL="3429000" indent="-228600" eaLnBrk="0" fontAlgn="base" hangingPunct="0">
              <a:lnSpc>
                <a:spcPct val="115000"/>
              </a:lnSpc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Char char="»"/>
              <a:tabLst>
                <a:tab pos="1433513" algn="l"/>
              </a:tabLst>
              <a:defRPr sz="1000">
                <a:solidFill>
                  <a:schemeClr val="accent1"/>
                </a:solidFill>
                <a:latin typeface="Segoe UI" panose="020B0502040204020203" pitchFamily="34" charset="0"/>
                <a:ea typeface="MS PGothic" panose="020B0600070205080204" pitchFamily="34" charset="-128"/>
                <a:cs typeface="Segoe UI" panose="020B0502040204020203" pitchFamily="34" charset="0"/>
              </a:defRPr>
            </a:lvl8pPr>
            <a:lvl9pPr marL="3886200" indent="-228600" eaLnBrk="0" fontAlgn="base" hangingPunct="0">
              <a:lnSpc>
                <a:spcPct val="115000"/>
              </a:lnSpc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Char char="»"/>
              <a:tabLst>
                <a:tab pos="1433513" algn="l"/>
              </a:tabLst>
              <a:defRPr sz="1000">
                <a:solidFill>
                  <a:schemeClr val="accent1"/>
                </a:solidFill>
                <a:latin typeface="Segoe UI" panose="020B0502040204020203" pitchFamily="34" charset="0"/>
                <a:ea typeface="MS PGothic" panose="020B0600070205080204" pitchFamily="34" charset="-128"/>
                <a:cs typeface="Segoe UI" panose="020B0502040204020203" pitchFamily="34" charset="0"/>
              </a:defRPr>
            </a:lvl9pPr>
          </a:lstStyle>
          <a:p>
            <a:pPr>
              <a:buNone/>
            </a:pPr>
            <a:r>
              <a:rPr lang="de-DE" sz="1000" dirty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Erfahrener Telekommunikationsberater mit fundierter Expertise in der Planung, Optimierung, Implementierung und Integration von 2G-, 3G-, 4G/LTE- und 5G-Netzen. Breite Erfahrung über den gesamten Netzwerklebenszyklus hinweg, von Design und Dimensionierung bis zu Abnahme, KPI-Monitoring und Performance-Verbesserung im </a:t>
            </a:r>
            <a:r>
              <a:rPr lang="de-DE" sz="1000" dirty="0" err="1">
                <a:solidFill>
                  <a:schemeClr val="tx1"/>
                </a:solidFill>
                <a:latin typeface="+mn-lt"/>
                <a:ea typeface="+mn-ea"/>
                <a:cs typeface="+mn-cs"/>
              </a:rPr>
              <a:t>Managed</a:t>
            </a:r>
            <a:r>
              <a:rPr lang="de-DE" sz="1000" dirty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-Services-Umfeld. Internationale Projekterfahrung in Multi-Vendor- und Multi-Operator-Umgebungen. Sicher in der Zusammenarbeit mit Kunden, Betreibern und technischen Teams.</a:t>
            </a:r>
          </a:p>
        </p:txBody>
      </p:sp>
      <p:sp>
        <p:nvSpPr>
          <p:cNvPr id="19" name="Text10">
            <a:extLst>
              <a:ext uri="{FF2B5EF4-FFF2-40B4-BE49-F238E27FC236}">
                <a16:creationId xmlns:a16="http://schemas.microsoft.com/office/drawing/2014/main" id="{E835FA15-E017-678F-D216-5004FC4D7DB4}"/>
              </a:ext>
            </a:extLst>
          </p:cNvPr>
          <p:cNvSpPr>
            <a:spLocks noChangeArrowheads="1"/>
          </p:cNvSpPr>
          <p:nvPr/>
        </p:nvSpPr>
        <p:spPr bwMode="auto">
          <a:xfrm>
            <a:off x="8022387" y="4720513"/>
            <a:ext cx="3907423" cy="1758174"/>
          </a:xfrm>
          <a:prstGeom prst="rect">
            <a:avLst/>
          </a:prstGeom>
          <a:noFill/>
          <a:ln w="6350" algn="ctr">
            <a:noFill/>
            <a:miter lim="800000"/>
            <a:headEnd/>
            <a:tailEnd/>
          </a:ln>
        </p:spPr>
        <p:txBody>
          <a:bodyPr wrap="square" lIns="0" tIns="0" rIns="0" bIns="0">
            <a:spAutoFit/>
          </a:bodyPr>
          <a:lstStyle>
            <a:defPPr>
              <a:defRPr lang="de-DE"/>
            </a:defPPr>
            <a:lvl1pPr algn="l" rtl="0" fontAlgn="base">
              <a:spcBef>
                <a:spcPct val="0"/>
              </a:spcBef>
              <a:spcAft>
                <a:spcPct val="0"/>
              </a:spcAft>
              <a:defRPr kern="1200">
                <a:solidFill>
                  <a:schemeClr val="tx1"/>
                </a:solidFill>
                <a:latin typeface="Tahoma" pitchFamily="34" charset="0"/>
                <a:ea typeface="MS PGothic" pitchFamily="34" charset="-128"/>
                <a:cs typeface="+mn-cs"/>
              </a:defRPr>
            </a:lvl1pPr>
            <a:lvl2pPr marL="457200" algn="l" rtl="0" fontAlgn="base">
              <a:spcBef>
                <a:spcPct val="0"/>
              </a:spcBef>
              <a:spcAft>
                <a:spcPct val="0"/>
              </a:spcAft>
              <a:defRPr kern="1200">
                <a:solidFill>
                  <a:schemeClr val="tx1"/>
                </a:solidFill>
                <a:latin typeface="Tahoma" pitchFamily="34" charset="0"/>
                <a:ea typeface="MS PGothic" pitchFamily="34" charset="-128"/>
                <a:cs typeface="+mn-cs"/>
              </a:defRPr>
            </a:lvl2pPr>
            <a:lvl3pPr marL="914400" algn="l" rtl="0" fontAlgn="base">
              <a:spcBef>
                <a:spcPct val="0"/>
              </a:spcBef>
              <a:spcAft>
                <a:spcPct val="0"/>
              </a:spcAft>
              <a:defRPr kern="1200">
                <a:solidFill>
                  <a:schemeClr val="tx1"/>
                </a:solidFill>
                <a:latin typeface="Tahoma" pitchFamily="34" charset="0"/>
                <a:ea typeface="MS PGothic" pitchFamily="34" charset="-128"/>
                <a:cs typeface="+mn-cs"/>
              </a:defRPr>
            </a:lvl3pPr>
            <a:lvl4pPr marL="1371600" algn="l" rtl="0" fontAlgn="base">
              <a:spcBef>
                <a:spcPct val="0"/>
              </a:spcBef>
              <a:spcAft>
                <a:spcPct val="0"/>
              </a:spcAft>
              <a:defRPr kern="1200">
                <a:solidFill>
                  <a:schemeClr val="tx1"/>
                </a:solidFill>
                <a:latin typeface="Tahoma" pitchFamily="34" charset="0"/>
                <a:ea typeface="MS PGothic" pitchFamily="34" charset="-128"/>
                <a:cs typeface="+mn-cs"/>
              </a:defRPr>
            </a:lvl4pPr>
            <a:lvl5pPr marL="1828800" algn="l" rtl="0" fontAlgn="base">
              <a:spcBef>
                <a:spcPct val="0"/>
              </a:spcBef>
              <a:spcAft>
                <a:spcPct val="0"/>
              </a:spcAft>
              <a:defRPr kern="1200">
                <a:solidFill>
                  <a:schemeClr val="tx1"/>
                </a:solidFill>
                <a:latin typeface="Tahoma" pitchFamily="34" charset="0"/>
                <a:ea typeface="MS PGothic" pitchFamily="34" charset="-128"/>
                <a:cs typeface="+mn-cs"/>
              </a:defRPr>
            </a:lvl5pPr>
            <a:lvl6pPr marL="2286000" algn="l" defTabSz="914400" rtl="0" eaLnBrk="1" latinLnBrk="0" hangingPunct="1">
              <a:defRPr kern="1200">
                <a:solidFill>
                  <a:schemeClr val="tx1"/>
                </a:solidFill>
                <a:latin typeface="Tahoma" pitchFamily="34" charset="0"/>
                <a:ea typeface="MS PGothic" pitchFamily="34" charset="-128"/>
                <a:cs typeface="+mn-cs"/>
              </a:defRPr>
            </a:lvl6pPr>
            <a:lvl7pPr marL="2743200" algn="l" defTabSz="914400" rtl="0" eaLnBrk="1" latinLnBrk="0" hangingPunct="1">
              <a:defRPr kern="1200">
                <a:solidFill>
                  <a:schemeClr val="tx1"/>
                </a:solidFill>
                <a:latin typeface="Tahoma" pitchFamily="34" charset="0"/>
                <a:ea typeface="MS PGothic" pitchFamily="34" charset="-128"/>
                <a:cs typeface="+mn-cs"/>
              </a:defRPr>
            </a:lvl7pPr>
            <a:lvl8pPr marL="3200400" algn="l" defTabSz="914400" rtl="0" eaLnBrk="1" latinLnBrk="0" hangingPunct="1">
              <a:defRPr kern="1200">
                <a:solidFill>
                  <a:schemeClr val="tx1"/>
                </a:solidFill>
                <a:latin typeface="Tahoma" pitchFamily="34" charset="0"/>
                <a:ea typeface="MS PGothic" pitchFamily="34" charset="-128"/>
                <a:cs typeface="+mn-cs"/>
              </a:defRPr>
            </a:lvl8pPr>
            <a:lvl9pPr marL="3657600" algn="l" defTabSz="914400" rtl="0" eaLnBrk="1" latinLnBrk="0" hangingPunct="1">
              <a:defRPr kern="1200">
                <a:solidFill>
                  <a:schemeClr val="tx1"/>
                </a:solidFill>
                <a:latin typeface="Tahoma" pitchFamily="34" charset="0"/>
                <a:ea typeface="MS PGothic" pitchFamily="34" charset="-128"/>
                <a:cs typeface="+mn-cs"/>
              </a:defRPr>
            </a:lvl9pPr>
          </a:lstStyle>
          <a:p>
            <a:pPr marL="434850" lvl="1" indent="-171450" eaLnBrk="0" hangingPunct="0">
              <a:buFont typeface="Arial" panose="020B0604020202020204" pitchFamily="34" charset="0"/>
              <a:buChar char="•"/>
            </a:pPr>
            <a:r>
              <a:rPr lang="en-US" altLang="en-DE" sz="1000" dirty="0">
                <a:latin typeface="+mn-lt"/>
                <a:ea typeface="+mn-ea"/>
              </a:rPr>
              <a:t>2002, </a:t>
            </a:r>
            <a:r>
              <a:rPr lang="en-DE" altLang="en-DE" sz="1000" dirty="0">
                <a:latin typeface="+mn-lt"/>
                <a:ea typeface="+mn-ea"/>
              </a:rPr>
              <a:t>Bachelor of Engineering in Electrical Engineering, NED University of Engineering &amp; Technology </a:t>
            </a:r>
          </a:p>
          <a:p>
            <a:pPr marL="434850" lvl="1" indent="-171450" eaLnBrk="0" hangingPunct="0">
              <a:buFont typeface="Arial" panose="020B0604020202020204" pitchFamily="34" charset="0"/>
              <a:buChar char="•"/>
            </a:pPr>
            <a:r>
              <a:rPr lang="en-US" altLang="en-DE" sz="1000" dirty="0">
                <a:latin typeface="+mn-lt"/>
                <a:ea typeface="+mn-ea"/>
              </a:rPr>
              <a:t>2026, </a:t>
            </a:r>
            <a:r>
              <a:rPr lang="en-DE" altLang="en-DE" sz="1000" dirty="0">
                <a:latin typeface="+mn-lt"/>
                <a:ea typeface="+mn-ea"/>
              </a:rPr>
              <a:t>Scrum Master und Product Owner </a:t>
            </a:r>
            <a:r>
              <a:rPr lang="en-DE" altLang="en-DE" sz="1000" dirty="0" err="1">
                <a:latin typeface="+mn-lt"/>
                <a:ea typeface="+mn-ea"/>
              </a:rPr>
              <a:t>Zertifizierungen</a:t>
            </a:r>
            <a:r>
              <a:rPr lang="en-DE" altLang="en-DE" sz="1000" dirty="0">
                <a:latin typeface="+mn-lt"/>
                <a:ea typeface="+mn-ea"/>
              </a:rPr>
              <a:t> (PSM I, PSPO I), MAXPERT </a:t>
            </a:r>
            <a:endParaRPr lang="en-US" altLang="en-DE" sz="1000" dirty="0">
              <a:latin typeface="+mn-lt"/>
              <a:ea typeface="+mn-ea"/>
            </a:endParaRPr>
          </a:p>
          <a:p>
            <a:pPr marL="434850" lvl="1" indent="-171450" eaLnBrk="0" hangingPunct="0">
              <a:buFont typeface="Arial" panose="020B0604020202020204" pitchFamily="34" charset="0"/>
              <a:buChar char="•"/>
            </a:pPr>
            <a:r>
              <a:rPr lang="en-US" altLang="en-DE" sz="1000" dirty="0">
                <a:latin typeface="+mn-lt"/>
                <a:ea typeface="+mn-ea"/>
              </a:rPr>
              <a:t>2023, </a:t>
            </a:r>
            <a:r>
              <a:rPr lang="en-US" altLang="en-DE" sz="1000" dirty="0" err="1">
                <a:latin typeface="+mn-lt"/>
                <a:ea typeface="+mn-ea"/>
              </a:rPr>
              <a:t>Pegabase</a:t>
            </a:r>
            <a:endParaRPr lang="en-US" altLang="en-DE" sz="1000" dirty="0">
              <a:latin typeface="+mn-lt"/>
              <a:ea typeface="+mn-ea"/>
            </a:endParaRPr>
          </a:p>
          <a:p>
            <a:pPr marL="434850" lvl="1" indent="-171450" eaLnBrk="0" hangingPunct="0">
              <a:buFont typeface="Arial" panose="020B0604020202020204" pitchFamily="34" charset="0"/>
              <a:buChar char="•"/>
            </a:pPr>
            <a:r>
              <a:rPr lang="en-US" altLang="en-DE" sz="1000" dirty="0">
                <a:latin typeface="+mn-lt"/>
                <a:ea typeface="+mn-ea"/>
              </a:rPr>
              <a:t>2023, </a:t>
            </a:r>
            <a:r>
              <a:rPr lang="en-US" altLang="en-DE" sz="1000" dirty="0" err="1">
                <a:latin typeface="+mn-lt"/>
                <a:ea typeface="+mn-ea"/>
              </a:rPr>
              <a:t>Pegaplan</a:t>
            </a:r>
            <a:endParaRPr lang="en-US" altLang="en-DE" sz="1000" dirty="0">
              <a:latin typeface="+mn-lt"/>
              <a:ea typeface="+mn-ea"/>
            </a:endParaRPr>
          </a:p>
          <a:p>
            <a:pPr marL="434850" lvl="1" indent="-171450" eaLnBrk="0" hangingPunct="0">
              <a:buFont typeface="Arial" panose="020B0604020202020204" pitchFamily="34" charset="0"/>
              <a:buChar char="•"/>
            </a:pPr>
            <a:r>
              <a:rPr lang="en-US" altLang="en-DE" sz="1000" dirty="0">
                <a:latin typeface="+mn-lt"/>
                <a:ea typeface="+mn-ea"/>
              </a:rPr>
              <a:t>2023, WFMT</a:t>
            </a:r>
          </a:p>
          <a:p>
            <a:pPr marL="434850" lvl="1" indent="-171450" eaLnBrk="0" hangingPunct="0">
              <a:buFont typeface="Arial" panose="020B0604020202020204" pitchFamily="34" charset="0"/>
              <a:buChar char="•"/>
            </a:pPr>
            <a:r>
              <a:rPr lang="en-US" altLang="en-DE" sz="1000" dirty="0"/>
              <a:t>2015 bis 2021, </a:t>
            </a:r>
            <a:r>
              <a:rPr lang="en-DE" altLang="en-DE" sz="1000" dirty="0" err="1"/>
              <a:t>Mehrere</a:t>
            </a:r>
            <a:r>
              <a:rPr lang="en-DE" altLang="en-DE" sz="1000" dirty="0"/>
              <a:t> </a:t>
            </a:r>
            <a:r>
              <a:rPr lang="en-DE" altLang="en-DE" sz="1000" dirty="0" err="1"/>
              <a:t>Schulungen</a:t>
            </a:r>
            <a:r>
              <a:rPr lang="en-DE" altLang="en-DE" sz="1000" dirty="0"/>
              <a:t> in 5G-, VoLTE- und LTE-</a:t>
            </a:r>
            <a:r>
              <a:rPr lang="en-DE" altLang="en-DE" sz="1000" dirty="0" err="1"/>
              <a:t>Planung</a:t>
            </a:r>
            <a:r>
              <a:rPr lang="en-DE" altLang="en-DE" sz="1000" dirty="0"/>
              <a:t> </a:t>
            </a:r>
            <a:r>
              <a:rPr lang="en-DE" altLang="en-DE" sz="1000" dirty="0" err="1"/>
              <a:t>sowie</a:t>
            </a:r>
            <a:r>
              <a:rPr lang="en-DE" altLang="en-DE" sz="1000" dirty="0"/>
              <a:t> -</a:t>
            </a:r>
            <a:r>
              <a:rPr lang="en-DE" altLang="en-DE" sz="1000" dirty="0" err="1"/>
              <a:t>Optimierung</a:t>
            </a:r>
            <a:r>
              <a:rPr lang="en-DE" altLang="en-DE" sz="1000" dirty="0"/>
              <a:t> </a:t>
            </a:r>
          </a:p>
          <a:p>
            <a:pPr marL="434850" lvl="1" indent="-171450" eaLnBrk="0" hangingPunct="0">
              <a:buFont typeface="Arial" panose="020B0604020202020204" pitchFamily="34" charset="0"/>
              <a:buChar char="•"/>
            </a:pPr>
            <a:endParaRPr lang="en-DE" altLang="en-DE" sz="1000" dirty="0">
              <a:latin typeface="+mn-lt"/>
              <a:ea typeface="+mn-ea"/>
            </a:endParaRPr>
          </a:p>
          <a:p>
            <a:pPr marL="270000" marR="11430" indent="-270000">
              <a:lnSpc>
                <a:spcPct val="107000"/>
              </a:lnSpc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Font typeface="Open Sans" panose="020B0606030504020204" pitchFamily="34" charset="0"/>
              <a:buChar char="»"/>
              <a:tabLst>
                <a:tab pos="457200" algn="l"/>
              </a:tabLst>
            </a:pPr>
            <a:endParaRPr lang="de-DE" altLang="de-DE" sz="1400" dirty="0">
              <a:latin typeface="+mj-lt"/>
              <a:cs typeface="Tahoma" pitchFamily="34" charset="0"/>
            </a:endParaRPr>
          </a:p>
        </p:txBody>
      </p:sp>
      <p:sp>
        <p:nvSpPr>
          <p:cNvPr id="20" name="Rectangle 4">
            <a:extLst>
              <a:ext uri="{FF2B5EF4-FFF2-40B4-BE49-F238E27FC236}">
                <a16:creationId xmlns:a16="http://schemas.microsoft.com/office/drawing/2014/main" id="{E6E749CA-CA9E-C6B0-AD0B-0FD3E964AC61}"/>
              </a:ext>
            </a:extLst>
          </p:cNvPr>
          <p:cNvSpPr>
            <a:spLocks noChangeArrowheads="1"/>
          </p:cNvSpPr>
          <p:nvPr/>
        </p:nvSpPr>
        <p:spPr bwMode="auto">
          <a:xfrm>
            <a:off x="0" y="0"/>
            <a:ext cx="12192000" cy="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  <a:extLs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none" lIns="0" tIns="0" rIns="0" bIns="0" numCol="1" anchor="ctr" anchorCtr="0" compatLnSpc="1">
            <a:prstTxWarp prst="textNoShape">
              <a:avLst/>
            </a:prstTxWarp>
            <a:spAutoFit/>
          </a:bodyPr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en-US" altLang="en-US" sz="1800" b="0" i="0" u="none" strike="noStrike" cap="none" normalizeH="0" baseline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en-US" altLang="en-US" sz="1800" b="0" i="0" u="none" strike="noStrike" cap="none" normalizeH="0" baseline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</p:txBody>
      </p:sp>
      <p:pic>
        <p:nvPicPr>
          <p:cNvPr id="21" name="Graphic 9" descr="User with solid fill">
            <a:extLst>
              <a:ext uri="{FF2B5EF4-FFF2-40B4-BE49-F238E27FC236}">
                <a16:creationId xmlns:a16="http://schemas.microsoft.com/office/drawing/2014/main" id="{56787822-4BDB-0918-0D3F-CE62445C9953}"/>
              </a:ext>
            </a:extLst>
          </p:cNvPr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p:blipFill>
        <p:spPr>
          <a:xfrm>
            <a:off x="503148" y="874880"/>
            <a:ext cx="1643380" cy="1643380"/>
          </a:xfrm>
          <a:prstGeom prst="rect">
            <a:avLst/>
          </a:prstGeom>
        </p:spPr>
      </p:pic>
      <p:sp>
        <p:nvSpPr>
          <p:cNvPr id="22" name="Textplatzhalter 54">
            <a:extLst>
              <a:ext uri="{FF2B5EF4-FFF2-40B4-BE49-F238E27FC236}">
                <a16:creationId xmlns:a16="http://schemas.microsoft.com/office/drawing/2014/main" id="{0971A494-734F-2413-270C-C0790DAAF691}"/>
              </a:ext>
            </a:extLst>
          </p:cNvPr>
          <p:cNvSpPr txBox="1">
            <a:spLocks/>
          </p:cNvSpPr>
          <p:nvPr/>
        </p:nvSpPr>
        <p:spPr>
          <a:xfrm>
            <a:off x="553881" y="4541910"/>
            <a:ext cx="1660923" cy="288000"/>
          </a:xfrm>
          <a:prstGeom prst="rect">
            <a:avLst/>
          </a:prstGeom>
          <a:solidFill>
            <a:schemeClr val="bg1">
              <a:lumMod val="95000"/>
            </a:schemeClr>
          </a:solidFill>
        </p:spPr>
        <p:txBody>
          <a:bodyPr anchor="ctr"/>
          <a:lstStyle>
            <a:lvl1pPr marL="270000" indent="-270000" algn="l" defTabSz="914400" rtl="0" eaLnBrk="1" latinLnBrk="0" hangingPunct="1">
              <a:lnSpc>
                <a:spcPts val="2400"/>
              </a:lnSpc>
              <a:spcBef>
                <a:spcPts val="0"/>
              </a:spcBef>
              <a:spcAft>
                <a:spcPts val="1000"/>
              </a:spcAft>
              <a:buClr>
                <a:schemeClr val="accent3"/>
              </a:buClr>
              <a:buFont typeface="Open Sans" panose="020B0606030504020204" pitchFamily="34" charset="0"/>
              <a:buChar char="»"/>
              <a:defRPr sz="1800" kern="1200">
                <a:solidFill>
                  <a:schemeClr val="tx1">
                    <a:lumMod val="85000"/>
                    <a:lumOff val="15000"/>
                  </a:schemeClr>
                </a:solidFill>
                <a:latin typeface="+mn-lt"/>
                <a:ea typeface="+mn-ea"/>
                <a:cs typeface="+mn-cs"/>
              </a:defRPr>
            </a:lvl1pPr>
            <a:lvl2pPr marL="533400" indent="-261938" algn="l" defTabSz="914400" rtl="0" eaLnBrk="1" latinLnBrk="0" hangingPunct="1">
              <a:lnSpc>
                <a:spcPts val="2400"/>
              </a:lnSpc>
              <a:spcBef>
                <a:spcPts val="0"/>
              </a:spcBef>
              <a:spcAft>
                <a:spcPts val="1000"/>
              </a:spcAft>
              <a:buClr>
                <a:schemeClr val="accent3"/>
              </a:buClr>
              <a:buFont typeface="Open Sans" panose="020B0606030504020204" pitchFamily="34" charset="0"/>
              <a:buChar char="»"/>
              <a:defRPr sz="1800" kern="1200">
                <a:solidFill>
                  <a:schemeClr val="tx1">
                    <a:lumMod val="85000"/>
                    <a:lumOff val="15000"/>
                  </a:schemeClr>
                </a:solidFill>
                <a:latin typeface="+mn-lt"/>
                <a:ea typeface="+mn-ea"/>
                <a:cs typeface="+mn-cs"/>
              </a:defRPr>
            </a:lvl2pPr>
            <a:lvl3pPr marL="806450" indent="-273050" algn="l" defTabSz="806450" rtl="0" eaLnBrk="1" latinLnBrk="0" hangingPunct="1">
              <a:lnSpc>
                <a:spcPts val="2400"/>
              </a:lnSpc>
              <a:spcBef>
                <a:spcPts val="0"/>
              </a:spcBef>
              <a:spcAft>
                <a:spcPts val="1000"/>
              </a:spcAft>
              <a:buClr>
                <a:schemeClr val="accent3"/>
              </a:buClr>
              <a:buFont typeface="Open Sans" panose="020B0606030504020204" pitchFamily="34" charset="0"/>
              <a:buChar char="»"/>
              <a:tabLst>
                <a:tab pos="806450" algn="l"/>
              </a:tabLst>
              <a:defRPr sz="1800" kern="1200">
                <a:solidFill>
                  <a:schemeClr val="tx1">
                    <a:lumMod val="85000"/>
                    <a:lumOff val="15000"/>
                  </a:schemeClr>
                </a:solidFill>
                <a:latin typeface="+mn-lt"/>
                <a:ea typeface="+mn-ea"/>
                <a:cs typeface="+mn-cs"/>
              </a:defRPr>
            </a:lvl3pPr>
            <a:lvl4pPr marL="1077913" indent="-271463" algn="l" defTabSz="914400" rtl="0" eaLnBrk="1" latinLnBrk="0" hangingPunct="1">
              <a:lnSpc>
                <a:spcPts val="2400"/>
              </a:lnSpc>
              <a:spcBef>
                <a:spcPts val="0"/>
              </a:spcBef>
              <a:spcAft>
                <a:spcPts val="1000"/>
              </a:spcAft>
              <a:buClr>
                <a:schemeClr val="accent3"/>
              </a:buClr>
              <a:buFont typeface="Open Sans" panose="020B0606030504020204" pitchFamily="34" charset="0"/>
              <a:buChar char="»"/>
              <a:defRPr sz="1800" kern="1200">
                <a:solidFill>
                  <a:schemeClr val="tx1">
                    <a:lumMod val="85000"/>
                    <a:lumOff val="15000"/>
                  </a:schemeClr>
                </a:solidFill>
                <a:latin typeface="+mn-lt"/>
                <a:ea typeface="+mn-ea"/>
                <a:cs typeface="+mn-cs"/>
              </a:defRPr>
            </a:lvl4pPr>
            <a:lvl5pPr marL="1349375" indent="-271463" algn="l" defTabSz="914400" rtl="0" eaLnBrk="1" latinLnBrk="0" hangingPunct="1">
              <a:lnSpc>
                <a:spcPts val="2400"/>
              </a:lnSpc>
              <a:spcBef>
                <a:spcPts val="0"/>
              </a:spcBef>
              <a:spcAft>
                <a:spcPts val="1000"/>
              </a:spcAft>
              <a:buClr>
                <a:schemeClr val="accent3"/>
              </a:buClr>
              <a:buFont typeface="Open Sans" panose="020B0606030504020204" pitchFamily="34" charset="0"/>
              <a:buChar char="»"/>
              <a:defRPr sz="1800" kern="1200">
                <a:solidFill>
                  <a:schemeClr val="tx1">
                    <a:lumMod val="85000"/>
                    <a:lumOff val="15000"/>
                  </a:schemeClr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spcBef>
                <a:spcPct val="200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spcBef>
                <a:spcPct val="200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spcBef>
                <a:spcPct val="200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spcBef>
                <a:spcPct val="200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lnSpc>
                <a:spcPct val="100000"/>
              </a:lnSpc>
              <a:buNone/>
            </a:pPr>
            <a:r>
              <a:rPr lang="en-US" sz="1200" b="1" dirty="0">
                <a:solidFill>
                  <a:schemeClr val="accent1"/>
                </a:solidFill>
                <a:latin typeface="+mj-lt"/>
                <a:cs typeface="Tahoma" panose="020B0604030504040204" pitchFamily="34" charset="0"/>
              </a:rPr>
              <a:t>Tool-</a:t>
            </a:r>
            <a:r>
              <a:rPr lang="en-US" sz="1200" b="1" dirty="0" err="1">
                <a:solidFill>
                  <a:schemeClr val="accent1"/>
                </a:solidFill>
                <a:latin typeface="+mj-lt"/>
                <a:cs typeface="Tahoma" panose="020B0604030504040204" pitchFamily="34" charset="0"/>
              </a:rPr>
              <a:t>Kenntnisse</a:t>
            </a:r>
            <a:endParaRPr lang="en-US" sz="1200" b="1" dirty="0">
              <a:solidFill>
                <a:schemeClr val="accent1"/>
              </a:solidFill>
              <a:latin typeface="+mj-lt"/>
              <a:cs typeface="Tahoma" panose="020B0604030504040204" pitchFamily="34" charset="0"/>
            </a:endParaRPr>
          </a:p>
        </p:txBody>
      </p:sp>
      <p:sp>
        <p:nvSpPr>
          <p:cNvPr id="23" name="Inhaltsplatzhalter 4">
            <a:extLst>
              <a:ext uri="{FF2B5EF4-FFF2-40B4-BE49-F238E27FC236}">
                <a16:creationId xmlns:a16="http://schemas.microsoft.com/office/drawing/2014/main" id="{9E2D4479-4A98-2A71-198E-885E5130715E}"/>
              </a:ext>
            </a:extLst>
          </p:cNvPr>
          <p:cNvSpPr txBox="1">
            <a:spLocks/>
          </p:cNvSpPr>
          <p:nvPr/>
        </p:nvSpPr>
        <p:spPr bwMode="gray">
          <a:xfrm>
            <a:off x="438105" y="4788720"/>
            <a:ext cx="3416845" cy="1634286"/>
          </a:xfrm>
          <a:prstGeom prst="rect">
            <a:avLst/>
          </a:prstGeom>
        </p:spPr>
        <p:txBody>
          <a:bodyPr vert="horz" lIns="0" tIns="0" rIns="0" bIns="0" rtlCol="0">
            <a:noAutofit/>
          </a:bodyPr>
          <a:lstStyle>
            <a:lvl1pPr marL="270000" indent="-270000" algn="l" defTabSz="914400" rtl="0" eaLnBrk="1" latinLnBrk="0" hangingPunct="1">
              <a:lnSpc>
                <a:spcPts val="2400"/>
              </a:lnSpc>
              <a:spcBef>
                <a:spcPts val="0"/>
              </a:spcBef>
              <a:spcAft>
                <a:spcPts val="1000"/>
              </a:spcAft>
              <a:buClr>
                <a:schemeClr val="accent3"/>
              </a:buClr>
              <a:buFont typeface="Open Sans" panose="020B0606030504020204" pitchFamily="34" charset="0"/>
              <a:buChar char="»"/>
              <a:defRPr sz="1800" kern="1200">
                <a:solidFill>
                  <a:schemeClr val="tx1">
                    <a:lumMod val="85000"/>
                    <a:lumOff val="15000"/>
                  </a:schemeClr>
                </a:solidFill>
                <a:latin typeface="+mn-lt"/>
                <a:ea typeface="+mn-ea"/>
                <a:cs typeface="+mn-cs"/>
              </a:defRPr>
            </a:lvl1pPr>
            <a:lvl2pPr marL="533400" indent="-261938" algn="l" defTabSz="914400" rtl="0" eaLnBrk="1" latinLnBrk="0" hangingPunct="1">
              <a:lnSpc>
                <a:spcPts val="2400"/>
              </a:lnSpc>
              <a:spcBef>
                <a:spcPts val="0"/>
              </a:spcBef>
              <a:spcAft>
                <a:spcPts val="1000"/>
              </a:spcAft>
              <a:buClr>
                <a:schemeClr val="accent3"/>
              </a:buClr>
              <a:buFont typeface="Open Sans" panose="020B0606030504020204" pitchFamily="34" charset="0"/>
              <a:buChar char="»"/>
              <a:defRPr sz="1600" kern="1200">
                <a:solidFill>
                  <a:schemeClr val="tx1">
                    <a:lumMod val="85000"/>
                    <a:lumOff val="15000"/>
                  </a:schemeClr>
                </a:solidFill>
                <a:latin typeface="+mn-lt"/>
                <a:ea typeface="+mn-ea"/>
                <a:cs typeface="+mn-cs"/>
              </a:defRPr>
            </a:lvl2pPr>
            <a:lvl3pPr marL="806450" indent="-273050" algn="l" defTabSz="806450" rtl="0" eaLnBrk="1" latinLnBrk="0" hangingPunct="1">
              <a:lnSpc>
                <a:spcPts val="2400"/>
              </a:lnSpc>
              <a:spcBef>
                <a:spcPts val="0"/>
              </a:spcBef>
              <a:spcAft>
                <a:spcPts val="1000"/>
              </a:spcAft>
              <a:buClr>
                <a:schemeClr val="accent3"/>
              </a:buClr>
              <a:buFont typeface="Open Sans" panose="020B0606030504020204" pitchFamily="34" charset="0"/>
              <a:buChar char="»"/>
              <a:tabLst>
                <a:tab pos="806450" algn="l"/>
              </a:tabLst>
              <a:defRPr sz="1400" kern="1200">
                <a:solidFill>
                  <a:schemeClr val="tx1">
                    <a:lumMod val="85000"/>
                    <a:lumOff val="15000"/>
                  </a:schemeClr>
                </a:solidFill>
                <a:latin typeface="+mn-lt"/>
                <a:ea typeface="+mn-ea"/>
                <a:cs typeface="+mn-cs"/>
              </a:defRPr>
            </a:lvl3pPr>
            <a:lvl4pPr marL="1077913" indent="-271463" algn="l" defTabSz="914400" rtl="0" eaLnBrk="1" latinLnBrk="0" hangingPunct="1">
              <a:lnSpc>
                <a:spcPts val="2400"/>
              </a:lnSpc>
              <a:spcBef>
                <a:spcPts val="0"/>
              </a:spcBef>
              <a:spcAft>
                <a:spcPts val="1000"/>
              </a:spcAft>
              <a:buClr>
                <a:schemeClr val="accent3"/>
              </a:buClr>
              <a:buFont typeface="Open Sans" panose="020B0606030504020204" pitchFamily="34" charset="0"/>
              <a:buChar char="»"/>
              <a:defRPr sz="1200" kern="1200">
                <a:solidFill>
                  <a:schemeClr val="tx1">
                    <a:lumMod val="85000"/>
                    <a:lumOff val="15000"/>
                  </a:schemeClr>
                </a:solidFill>
                <a:latin typeface="+mn-lt"/>
                <a:ea typeface="+mn-ea"/>
                <a:cs typeface="+mn-cs"/>
              </a:defRPr>
            </a:lvl4pPr>
            <a:lvl5pPr marL="1349375" indent="-271463" algn="l" defTabSz="914400" rtl="0" eaLnBrk="1" latinLnBrk="0" hangingPunct="1">
              <a:lnSpc>
                <a:spcPts val="2400"/>
              </a:lnSpc>
              <a:spcBef>
                <a:spcPts val="0"/>
              </a:spcBef>
              <a:spcAft>
                <a:spcPts val="1000"/>
              </a:spcAft>
              <a:buClr>
                <a:schemeClr val="accent3"/>
              </a:buClr>
              <a:buFont typeface="Open Sans" panose="020B0606030504020204" pitchFamily="34" charset="0"/>
              <a:buChar char="»"/>
              <a:defRPr sz="1200" kern="1200">
                <a:solidFill>
                  <a:schemeClr val="tx1">
                    <a:lumMod val="85000"/>
                    <a:lumOff val="15000"/>
                  </a:schemeClr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spcBef>
                <a:spcPct val="200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spcBef>
                <a:spcPct val="200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spcBef>
                <a:spcPct val="200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spcBef>
                <a:spcPct val="200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lnSpc>
                <a:spcPct val="100000"/>
              </a:lnSpc>
              <a:buFont typeface="Open Sans" panose="020B0606030504020204" pitchFamily="34" charset="0"/>
              <a:buNone/>
            </a:pPr>
            <a:br>
              <a:rPr lang="en-GB" sz="1000" dirty="0"/>
            </a:br>
            <a:endParaRPr lang="en-GB" sz="1000" dirty="0">
              <a:cs typeface="Tahoma" panose="020B0604030504040204" pitchFamily="34" charset="0"/>
            </a:endParaRPr>
          </a:p>
          <a:p>
            <a:pPr>
              <a:spcAft>
                <a:spcPts val="600"/>
              </a:spcAft>
            </a:pPr>
            <a:endParaRPr lang="en-GB" sz="1000" dirty="0">
              <a:cs typeface="Tahoma" panose="020B0604030504040204" pitchFamily="34" charset="0"/>
            </a:endParaRPr>
          </a:p>
          <a:p>
            <a:pPr>
              <a:spcAft>
                <a:spcPts val="600"/>
              </a:spcAft>
            </a:pPr>
            <a:endParaRPr lang="en-GB" sz="1000" dirty="0">
              <a:cs typeface="Tahoma" panose="020B0604030504040204" pitchFamily="34" charset="0"/>
            </a:endParaRPr>
          </a:p>
        </p:txBody>
      </p:sp>
      <p:sp>
        <p:nvSpPr>
          <p:cNvPr id="24" name="Inhaltsplatzhalter 4">
            <a:extLst>
              <a:ext uri="{FF2B5EF4-FFF2-40B4-BE49-F238E27FC236}">
                <a16:creationId xmlns:a16="http://schemas.microsoft.com/office/drawing/2014/main" id="{24D1A8DB-D2A5-7BDA-AB73-AC2AC8485AE5}"/>
              </a:ext>
            </a:extLst>
          </p:cNvPr>
          <p:cNvSpPr txBox="1">
            <a:spLocks/>
          </p:cNvSpPr>
          <p:nvPr/>
        </p:nvSpPr>
        <p:spPr bwMode="gray">
          <a:xfrm>
            <a:off x="553881" y="4846422"/>
            <a:ext cx="3416845" cy="1768227"/>
          </a:xfrm>
          <a:prstGeom prst="rect">
            <a:avLst/>
          </a:prstGeom>
        </p:spPr>
        <p:txBody>
          <a:bodyPr vert="horz" lIns="0" tIns="0" rIns="0" bIns="0" rtlCol="0">
            <a:noAutofit/>
          </a:bodyPr>
          <a:lstStyle>
            <a:lvl1pPr marL="270000" indent="-270000" algn="l" defTabSz="914400" rtl="0" eaLnBrk="1" latinLnBrk="0" hangingPunct="1">
              <a:lnSpc>
                <a:spcPts val="2400"/>
              </a:lnSpc>
              <a:spcBef>
                <a:spcPts val="0"/>
              </a:spcBef>
              <a:spcAft>
                <a:spcPts val="1000"/>
              </a:spcAft>
              <a:buClr>
                <a:schemeClr val="accent3"/>
              </a:buClr>
              <a:buFont typeface="Open Sans" panose="020B0606030504020204" pitchFamily="34" charset="0"/>
              <a:buChar char="»"/>
              <a:defRPr sz="1800" kern="1200">
                <a:solidFill>
                  <a:schemeClr val="tx1">
                    <a:lumMod val="85000"/>
                    <a:lumOff val="15000"/>
                  </a:schemeClr>
                </a:solidFill>
                <a:latin typeface="+mn-lt"/>
                <a:ea typeface="+mn-ea"/>
                <a:cs typeface="+mn-cs"/>
              </a:defRPr>
            </a:lvl1pPr>
            <a:lvl2pPr marL="533400" indent="-261938" algn="l" defTabSz="914400" rtl="0" eaLnBrk="1" latinLnBrk="0" hangingPunct="1">
              <a:lnSpc>
                <a:spcPts val="2400"/>
              </a:lnSpc>
              <a:spcBef>
                <a:spcPts val="0"/>
              </a:spcBef>
              <a:spcAft>
                <a:spcPts val="1000"/>
              </a:spcAft>
              <a:buClr>
                <a:schemeClr val="accent3"/>
              </a:buClr>
              <a:buFont typeface="Open Sans" panose="020B0606030504020204" pitchFamily="34" charset="0"/>
              <a:buChar char="»"/>
              <a:defRPr sz="1600" kern="1200">
                <a:solidFill>
                  <a:schemeClr val="tx1">
                    <a:lumMod val="85000"/>
                    <a:lumOff val="15000"/>
                  </a:schemeClr>
                </a:solidFill>
                <a:latin typeface="+mn-lt"/>
                <a:ea typeface="+mn-ea"/>
                <a:cs typeface="+mn-cs"/>
              </a:defRPr>
            </a:lvl2pPr>
            <a:lvl3pPr marL="806450" indent="-273050" algn="l" defTabSz="806450" rtl="0" eaLnBrk="1" latinLnBrk="0" hangingPunct="1">
              <a:lnSpc>
                <a:spcPts val="2400"/>
              </a:lnSpc>
              <a:spcBef>
                <a:spcPts val="0"/>
              </a:spcBef>
              <a:spcAft>
                <a:spcPts val="1000"/>
              </a:spcAft>
              <a:buClr>
                <a:schemeClr val="accent3"/>
              </a:buClr>
              <a:buFont typeface="Open Sans" panose="020B0606030504020204" pitchFamily="34" charset="0"/>
              <a:buChar char="»"/>
              <a:tabLst>
                <a:tab pos="806450" algn="l"/>
              </a:tabLst>
              <a:defRPr sz="1400" kern="1200">
                <a:solidFill>
                  <a:schemeClr val="tx1">
                    <a:lumMod val="85000"/>
                    <a:lumOff val="15000"/>
                  </a:schemeClr>
                </a:solidFill>
                <a:latin typeface="+mn-lt"/>
                <a:ea typeface="+mn-ea"/>
                <a:cs typeface="+mn-cs"/>
              </a:defRPr>
            </a:lvl3pPr>
            <a:lvl4pPr marL="1077913" indent="-271463" algn="l" defTabSz="914400" rtl="0" eaLnBrk="1" latinLnBrk="0" hangingPunct="1">
              <a:lnSpc>
                <a:spcPts val="2400"/>
              </a:lnSpc>
              <a:spcBef>
                <a:spcPts val="0"/>
              </a:spcBef>
              <a:spcAft>
                <a:spcPts val="1000"/>
              </a:spcAft>
              <a:buClr>
                <a:schemeClr val="accent3"/>
              </a:buClr>
              <a:buFont typeface="Open Sans" panose="020B0606030504020204" pitchFamily="34" charset="0"/>
              <a:buChar char="»"/>
              <a:defRPr sz="1200" kern="1200">
                <a:solidFill>
                  <a:schemeClr val="tx1">
                    <a:lumMod val="85000"/>
                    <a:lumOff val="15000"/>
                  </a:schemeClr>
                </a:solidFill>
                <a:latin typeface="+mn-lt"/>
                <a:ea typeface="+mn-ea"/>
                <a:cs typeface="+mn-cs"/>
              </a:defRPr>
            </a:lvl4pPr>
            <a:lvl5pPr marL="1349375" indent="-271463" algn="l" defTabSz="914400" rtl="0" eaLnBrk="1" latinLnBrk="0" hangingPunct="1">
              <a:lnSpc>
                <a:spcPts val="2400"/>
              </a:lnSpc>
              <a:spcBef>
                <a:spcPts val="0"/>
              </a:spcBef>
              <a:spcAft>
                <a:spcPts val="1000"/>
              </a:spcAft>
              <a:buClr>
                <a:schemeClr val="accent3"/>
              </a:buClr>
              <a:buFont typeface="Open Sans" panose="020B0606030504020204" pitchFamily="34" charset="0"/>
              <a:buChar char="»"/>
              <a:defRPr sz="1200" kern="1200">
                <a:solidFill>
                  <a:schemeClr val="tx1">
                    <a:lumMod val="85000"/>
                    <a:lumOff val="15000"/>
                  </a:schemeClr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spcBef>
                <a:spcPct val="200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spcBef>
                <a:spcPct val="200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spcBef>
                <a:spcPct val="200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spcBef>
                <a:spcPct val="200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434850" lvl="1" indent="-171450" eaLnBrk="0" fontAlgn="base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Font typeface="Arial" panose="020B0604020202020204" pitchFamily="34" charset="0"/>
              <a:buChar char="•"/>
            </a:pPr>
            <a:r>
              <a:rPr lang="en-DE" altLang="en-DE" sz="1000" b="1" dirty="0">
                <a:solidFill>
                  <a:schemeClr val="tx1"/>
                </a:solidFill>
              </a:rPr>
              <a:t>OSS / Command Management</a:t>
            </a:r>
            <a:r>
              <a:rPr lang="en-DE" altLang="en-DE" sz="1000" dirty="0">
                <a:solidFill>
                  <a:schemeClr val="tx1"/>
                </a:solidFill>
              </a:rPr>
              <a:t>: M2000, U2000, </a:t>
            </a:r>
            <a:r>
              <a:rPr lang="en-DE" altLang="en-DE" sz="1000" dirty="0" err="1">
                <a:solidFill>
                  <a:schemeClr val="tx1"/>
                </a:solidFill>
              </a:rPr>
              <a:t>NetNumen</a:t>
            </a:r>
            <a:r>
              <a:rPr lang="en-DE" altLang="en-DE" sz="1000" dirty="0">
                <a:solidFill>
                  <a:schemeClr val="tx1"/>
                </a:solidFill>
              </a:rPr>
              <a:t> (U31) </a:t>
            </a:r>
          </a:p>
          <a:p>
            <a:pPr marL="434850" lvl="1" indent="-171450" eaLnBrk="0" fontAlgn="base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Font typeface="Arial" panose="020B0604020202020204" pitchFamily="34" charset="0"/>
              <a:buChar char="•"/>
            </a:pPr>
            <a:r>
              <a:rPr lang="en-DE" altLang="en-DE" sz="1000" b="1" dirty="0" err="1">
                <a:solidFill>
                  <a:schemeClr val="tx1"/>
                </a:solidFill>
              </a:rPr>
              <a:t>Statistik</a:t>
            </a:r>
            <a:r>
              <a:rPr lang="en-DE" altLang="en-DE" sz="1000" b="1" dirty="0">
                <a:solidFill>
                  <a:schemeClr val="tx1"/>
                </a:solidFill>
              </a:rPr>
              <a:t> und Analyse</a:t>
            </a:r>
            <a:r>
              <a:rPr lang="en-DE" altLang="en-DE" sz="1000" dirty="0">
                <a:solidFill>
                  <a:schemeClr val="tx1"/>
                </a:solidFill>
              </a:rPr>
              <a:t>: Ericsson BO, Optima, </a:t>
            </a:r>
            <a:r>
              <a:rPr lang="en-DE" altLang="en-DE" sz="1000" dirty="0" err="1">
                <a:solidFill>
                  <a:schemeClr val="tx1"/>
                </a:solidFill>
              </a:rPr>
              <a:t>NetNumen</a:t>
            </a:r>
            <a:r>
              <a:rPr lang="en-DE" altLang="en-DE" sz="1000" dirty="0">
                <a:solidFill>
                  <a:schemeClr val="tx1"/>
                </a:solidFill>
              </a:rPr>
              <a:t>, </a:t>
            </a:r>
            <a:r>
              <a:rPr lang="en-DE" altLang="en-DE" sz="1000" dirty="0" err="1">
                <a:solidFill>
                  <a:schemeClr val="tx1"/>
                </a:solidFill>
              </a:rPr>
              <a:t>Netmax</a:t>
            </a:r>
            <a:r>
              <a:rPr lang="en-DE" altLang="en-DE" sz="1000" dirty="0">
                <a:solidFill>
                  <a:schemeClr val="tx1"/>
                </a:solidFill>
              </a:rPr>
              <a:t> </a:t>
            </a:r>
          </a:p>
          <a:p>
            <a:pPr marL="434850" lvl="1" indent="-171450" eaLnBrk="0" fontAlgn="base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Font typeface="Arial" panose="020B0604020202020204" pitchFamily="34" charset="0"/>
              <a:buChar char="•"/>
            </a:pPr>
            <a:r>
              <a:rPr lang="en-DE" altLang="en-DE" sz="1000" b="1" dirty="0" err="1">
                <a:solidFill>
                  <a:schemeClr val="tx1"/>
                </a:solidFill>
              </a:rPr>
              <a:t>Planung</a:t>
            </a:r>
            <a:r>
              <a:rPr lang="en-DE" altLang="en-DE" sz="1000" b="1" dirty="0">
                <a:solidFill>
                  <a:schemeClr val="tx1"/>
                </a:solidFill>
              </a:rPr>
              <a:t> und </a:t>
            </a:r>
            <a:r>
              <a:rPr lang="en-DE" altLang="en-DE" sz="1000" b="1" dirty="0" err="1">
                <a:solidFill>
                  <a:schemeClr val="tx1"/>
                </a:solidFill>
              </a:rPr>
              <a:t>Optimierung</a:t>
            </a:r>
            <a:r>
              <a:rPr lang="en-DE" altLang="en-DE" sz="1000" dirty="0">
                <a:solidFill>
                  <a:schemeClr val="tx1"/>
                </a:solidFill>
              </a:rPr>
              <a:t>: ATOLL, PLANET EV, </a:t>
            </a:r>
            <a:r>
              <a:rPr lang="en-DE" altLang="en-DE" sz="1000" dirty="0" err="1">
                <a:solidFill>
                  <a:schemeClr val="tx1"/>
                </a:solidFill>
              </a:rPr>
              <a:t>Aircom</a:t>
            </a:r>
            <a:r>
              <a:rPr lang="en-DE" altLang="en-DE" sz="1000" dirty="0">
                <a:solidFill>
                  <a:schemeClr val="tx1"/>
                </a:solidFill>
              </a:rPr>
              <a:t> Asset, MCOM, AFP PLANET </a:t>
            </a:r>
          </a:p>
          <a:p>
            <a:pPr marL="434850" lvl="1" indent="-171450" eaLnBrk="0" fontAlgn="base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Font typeface="Arial" panose="020B0604020202020204" pitchFamily="34" charset="0"/>
              <a:buChar char="•"/>
            </a:pPr>
            <a:r>
              <a:rPr lang="en-DE" altLang="en-DE" sz="1000" b="1" dirty="0">
                <a:solidFill>
                  <a:schemeClr val="tx1"/>
                </a:solidFill>
              </a:rPr>
              <a:t>Drive Test und Post-Processing</a:t>
            </a:r>
            <a:r>
              <a:rPr lang="en-DE" altLang="en-DE" sz="1000" dirty="0">
                <a:solidFill>
                  <a:schemeClr val="tx1"/>
                </a:solidFill>
              </a:rPr>
              <a:t>: TEMS, GENEX, ACTIX </a:t>
            </a:r>
          </a:p>
          <a:p>
            <a:pPr marL="434850" lvl="1" indent="-171450" eaLnBrk="0" fontAlgn="base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Font typeface="Arial" panose="020B0604020202020204" pitchFamily="34" charset="0"/>
              <a:buChar char="•"/>
            </a:pPr>
            <a:r>
              <a:rPr lang="en-DE" altLang="en-DE" sz="1000" b="1" dirty="0">
                <a:solidFill>
                  <a:schemeClr val="tx1"/>
                </a:solidFill>
              </a:rPr>
              <a:t>Mapping</a:t>
            </a:r>
            <a:r>
              <a:rPr lang="en-DE" altLang="en-DE" sz="1000" dirty="0">
                <a:solidFill>
                  <a:schemeClr val="tx1"/>
                </a:solidFill>
              </a:rPr>
              <a:t>: MapInfo, Google Earth </a:t>
            </a:r>
          </a:p>
          <a:p>
            <a:pPr marL="434850" lvl="1" indent="-171450" eaLnBrk="0" fontAlgn="base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Font typeface="Arial" panose="020B0604020202020204" pitchFamily="34" charset="0"/>
              <a:buChar char="•"/>
            </a:pPr>
            <a:endParaRPr lang="en-US" altLang="en-DE" sz="1000" dirty="0">
              <a:solidFill>
                <a:schemeClr val="tx1"/>
              </a:solidFill>
            </a:endParaRPr>
          </a:p>
          <a:p>
            <a:pPr marL="0" indent="0">
              <a:lnSpc>
                <a:spcPct val="100000"/>
              </a:lnSpc>
              <a:buFont typeface="Open Sans" panose="020B0606030504020204" pitchFamily="34" charset="0"/>
              <a:buNone/>
            </a:pPr>
            <a:br>
              <a:rPr lang="en-GB" sz="1000" dirty="0"/>
            </a:br>
            <a:endParaRPr lang="en-GB" sz="1000" dirty="0">
              <a:cs typeface="Tahoma" panose="020B0604030504040204" pitchFamily="34" charset="0"/>
            </a:endParaRPr>
          </a:p>
          <a:p>
            <a:pPr>
              <a:spcAft>
                <a:spcPts val="600"/>
              </a:spcAft>
            </a:pPr>
            <a:endParaRPr lang="en-GB" sz="1000" dirty="0">
              <a:cs typeface="Tahoma" panose="020B0604030504040204" pitchFamily="34" charset="0"/>
            </a:endParaRPr>
          </a:p>
          <a:p>
            <a:pPr>
              <a:spcAft>
                <a:spcPts val="600"/>
              </a:spcAft>
            </a:pPr>
            <a:endParaRPr lang="en-GB" sz="1000" dirty="0">
              <a:cs typeface="Tahoma" panose="020B0604030504040204" pitchFamily="34" charset="0"/>
            </a:endParaRPr>
          </a:p>
        </p:txBody>
      </p:sp>
      <p:sp>
        <p:nvSpPr>
          <p:cNvPr id="25" name="Rectangle 9">
            <a:extLst>
              <a:ext uri="{FF2B5EF4-FFF2-40B4-BE49-F238E27FC236}">
                <a16:creationId xmlns:a16="http://schemas.microsoft.com/office/drawing/2014/main" id="{53D69B2C-4D26-9DE2-40F4-28F20E10901E}"/>
              </a:ext>
            </a:extLst>
          </p:cNvPr>
          <p:cNvSpPr>
            <a:spLocks noChangeArrowheads="1"/>
          </p:cNvSpPr>
          <p:nvPr/>
        </p:nvSpPr>
        <p:spPr bwMode="auto">
          <a:xfrm>
            <a:off x="152400" y="-32266"/>
            <a:ext cx="184731" cy="369332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non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en-DE" altLang="en-DE" sz="18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</p:txBody>
      </p:sp>
      <p:cxnSp>
        <p:nvCxnSpPr>
          <p:cNvPr id="26" name="Gerader Verbinder 21">
            <a:extLst>
              <a:ext uri="{FF2B5EF4-FFF2-40B4-BE49-F238E27FC236}">
                <a16:creationId xmlns:a16="http://schemas.microsoft.com/office/drawing/2014/main" id="{95C97C03-9094-335F-C25C-DEBCBC8266E9}"/>
              </a:ext>
            </a:extLst>
          </p:cNvPr>
          <p:cNvCxnSpPr>
            <a:cxnSpLocks/>
          </p:cNvCxnSpPr>
          <p:nvPr/>
        </p:nvCxnSpPr>
        <p:spPr bwMode="gray">
          <a:xfrm flipH="1" flipV="1">
            <a:off x="8207528" y="4293899"/>
            <a:ext cx="3483661" cy="1166"/>
          </a:xfrm>
          <a:prstGeom prst="line">
            <a:avLst/>
          </a:prstGeom>
          <a:ln w="50800">
            <a:solidFill>
              <a:schemeClr val="accent1"/>
            </a:solidFill>
            <a:tailEnd type="non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961449288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384</Words>
  <Application>Microsoft Office PowerPoint</Application>
  <PresentationFormat>Widescreen</PresentationFormat>
  <Paragraphs>54</Paragraphs>
  <Slides>1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5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</vt:i4>
      </vt:variant>
    </vt:vector>
  </HeadingPairs>
  <TitlesOfParts>
    <vt:vector size="7" baseType="lpstr">
      <vt:lpstr>Aptos</vt:lpstr>
      <vt:lpstr>Aptos Display</vt:lpstr>
      <vt:lpstr>Arial</vt:lpstr>
      <vt:lpstr>Open Sans</vt:lpstr>
      <vt:lpstr>Tahoma</vt:lpstr>
      <vt:lpstr>Office Theme</vt:lpstr>
      <vt:lpstr>Beraterprofil – Funknetzplanung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Farhan Farooq</dc:creator>
  <cp:lastModifiedBy>Farhan Farooq</cp:lastModifiedBy>
  <cp:revision>1</cp:revision>
  <dcterms:created xsi:type="dcterms:W3CDTF">2026-07-06T08:57:29Z</dcterms:created>
  <dcterms:modified xsi:type="dcterms:W3CDTF">2026-07-06T09:03:31Z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MSIP_Label_02042b77-ffe7-45ca-84ef-0ad39e45f03d_Enabled">
    <vt:lpwstr>true</vt:lpwstr>
  </property>
  <property fmtid="{D5CDD505-2E9C-101B-9397-08002B2CF9AE}" pid="3" name="MSIP_Label_02042b77-ffe7-45ca-84ef-0ad39e45f03d_SetDate">
    <vt:lpwstr>2026-07-06T09:03:31Z</vt:lpwstr>
  </property>
  <property fmtid="{D5CDD505-2E9C-101B-9397-08002B2CF9AE}" pid="4" name="MSIP_Label_02042b77-ffe7-45ca-84ef-0ad39e45f03d_Method">
    <vt:lpwstr>Standard</vt:lpwstr>
  </property>
  <property fmtid="{D5CDD505-2E9C-101B-9397-08002B2CF9AE}" pid="5" name="MSIP_Label_02042b77-ffe7-45ca-84ef-0ad39e45f03d_Name">
    <vt:lpwstr>Intern</vt:lpwstr>
  </property>
  <property fmtid="{D5CDD505-2E9C-101B-9397-08002B2CF9AE}" pid="6" name="MSIP_Label_02042b77-ffe7-45ca-84ef-0ad39e45f03d_SiteId">
    <vt:lpwstr>80d97cff-12dd-499f-8b18-897bc70799ef</vt:lpwstr>
  </property>
  <property fmtid="{D5CDD505-2E9C-101B-9397-08002B2CF9AE}" pid="7" name="MSIP_Label_02042b77-ffe7-45ca-84ef-0ad39e45f03d_ActionId">
    <vt:lpwstr>d4be7590-a532-4e16-8267-6c0cbc98f701</vt:lpwstr>
  </property>
  <property fmtid="{D5CDD505-2E9C-101B-9397-08002B2CF9AE}" pid="8" name="MSIP_Label_02042b77-ffe7-45ca-84ef-0ad39e45f03d_ContentBits">
    <vt:lpwstr>0</vt:lpwstr>
  </property>
  <property fmtid="{D5CDD505-2E9C-101B-9397-08002B2CF9AE}" pid="9" name="MSIP_Label_02042b77-ffe7-45ca-84ef-0ad39e45f03d_Tag">
    <vt:lpwstr>10, 3, 0, 1</vt:lpwstr>
  </property>
</Properties>
</file>